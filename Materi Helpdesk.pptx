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8" r:id="rId9"/>
    <p:sldId id="280" r:id="rId10"/>
    <p:sldId id="282" r:id="rId11"/>
    <p:sldId id="283" r:id="rId12"/>
    <p:sldId id="284" r:id="rId13"/>
    <p:sldId id="264" r:id="rId14"/>
  </p:sldIdLst>
  <p:sldSz cx="18288000" cy="10287000"/>
  <p:notesSz cx="6858000" cy="9144000"/>
  <p:embeddedFontLst>
    <p:embeddedFont>
      <p:font typeface="Bernoru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Bold" panose="00000800000000000000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B84E5B-5317-4D4E-9342-5E8728449B8C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F1409034-DDFF-4767-8311-70CF4CABBAC8}">
      <dgm:prSet phldrT="[Text]" phldr="0"/>
      <dgm:spPr/>
      <dgm:t>
        <a:bodyPr/>
        <a:lstStyle/>
        <a:p>
          <a:r>
            <a:rPr lang="en-US" dirty="0"/>
            <a:t>Kantor Cabang / Kas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pelaporan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membuat</a:t>
          </a:r>
          <a:r>
            <a:rPr lang="en-US" dirty="0"/>
            <a:t> </a:t>
          </a:r>
          <a:r>
            <a:rPr lang="en-US" dirty="0" err="1"/>
            <a:t>tiket</a:t>
          </a:r>
          <a:r>
            <a:rPr lang="en-US" dirty="0"/>
            <a:t> </a:t>
          </a:r>
          <a:r>
            <a:rPr lang="en-US" dirty="0" err="1"/>
            <a:t>melalui</a:t>
          </a:r>
          <a:r>
            <a:rPr lang="en-US" dirty="0"/>
            <a:t> </a:t>
          </a:r>
          <a:r>
            <a:rPr lang="en-US" dirty="0" err="1"/>
            <a:t>aplikasi</a:t>
          </a:r>
          <a:r>
            <a:rPr lang="en-US" dirty="0"/>
            <a:t> SAMBATAN</a:t>
          </a:r>
          <a:endParaRPr lang="en-ID" dirty="0"/>
        </a:p>
      </dgm:t>
    </dgm:pt>
    <dgm:pt modelId="{BA102419-E834-4003-AE12-D8E9764AB97F}" type="parTrans" cxnId="{2F743354-4153-41D7-BB19-9DED7E342DAA}">
      <dgm:prSet/>
      <dgm:spPr/>
      <dgm:t>
        <a:bodyPr/>
        <a:lstStyle/>
        <a:p>
          <a:endParaRPr lang="en-ID"/>
        </a:p>
      </dgm:t>
    </dgm:pt>
    <dgm:pt modelId="{419E4210-E74B-4640-BC37-FA8D09ACA6F7}" type="sibTrans" cxnId="{2F743354-4153-41D7-BB19-9DED7E342DAA}">
      <dgm:prSet>
        <dgm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D"/>
        </a:p>
      </dgm:t>
    </dgm:pt>
    <dgm:pt modelId="{00B00488-7407-4723-987A-83733723ACF2}">
      <dgm:prSet phldrT="[Text]" phldr="0"/>
      <dgm:spPr/>
      <dgm:t>
        <a:bodyPr/>
        <a:lstStyle/>
        <a:p>
          <a:r>
            <a:rPr lang="en-US" dirty="0"/>
            <a:t>TIM TI </a:t>
          </a:r>
          <a:r>
            <a:rPr lang="en-US" dirty="0" err="1"/>
            <a:t>melakukan</a:t>
          </a:r>
          <a:r>
            <a:rPr lang="en-US" dirty="0"/>
            <a:t> takeover </a:t>
          </a:r>
          <a:r>
            <a:rPr lang="en-US" dirty="0" err="1"/>
            <a:t>tiket</a:t>
          </a:r>
          <a:r>
            <a:rPr lang="en-US" dirty="0"/>
            <a:t> dan </a:t>
          </a:r>
          <a:r>
            <a:rPr lang="en-US" dirty="0" err="1"/>
            <a:t>menindaklanjuti</a:t>
          </a:r>
          <a:r>
            <a:rPr lang="en-US" dirty="0"/>
            <a:t> </a:t>
          </a:r>
          <a:r>
            <a:rPr lang="en-US" dirty="0" err="1"/>
            <a:t>tiket</a:t>
          </a:r>
          <a:endParaRPr lang="en-ID" dirty="0"/>
        </a:p>
      </dgm:t>
    </dgm:pt>
    <dgm:pt modelId="{26335979-B8EE-4E77-8D41-23FD466D490F}" type="parTrans" cxnId="{95D58BA1-0090-48BF-AECC-E08C861477E0}">
      <dgm:prSet/>
      <dgm:spPr/>
      <dgm:t>
        <a:bodyPr/>
        <a:lstStyle/>
        <a:p>
          <a:endParaRPr lang="en-ID"/>
        </a:p>
      </dgm:t>
    </dgm:pt>
    <dgm:pt modelId="{7DCB4E20-2B8A-4D7C-ADAF-36E303E56B23}" type="sibTrans" cxnId="{95D58BA1-0090-48BF-AECC-E08C861477E0}">
      <dgm:prSet>
        <dgm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D"/>
        </a:p>
      </dgm:t>
    </dgm:pt>
    <dgm:pt modelId="{0948CA7D-2A14-4306-9DFC-913EED241517}">
      <dgm:prSet phldrT="[Text]" phldr="0"/>
      <dgm:spPr/>
      <dgm:t>
        <a:bodyPr/>
        <a:lstStyle/>
        <a:p>
          <a:r>
            <a:rPr lang="en-US" dirty="0"/>
            <a:t>Jika </a:t>
          </a:r>
          <a:r>
            <a:rPr lang="en-US" dirty="0" err="1"/>
            <a:t>permasalahan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diselesaikan</a:t>
          </a:r>
          <a:r>
            <a:rPr lang="en-US" dirty="0"/>
            <a:t> oleh TIM TI, </a:t>
          </a:r>
          <a:r>
            <a:rPr lang="en-US" dirty="0" err="1"/>
            <a:t>maka</a:t>
          </a:r>
          <a:r>
            <a:rPr lang="en-US" dirty="0"/>
            <a:t> TIM TI </a:t>
          </a:r>
          <a:r>
            <a:rPr lang="en-US" dirty="0" err="1"/>
            <a:t>akan</a:t>
          </a:r>
          <a:r>
            <a:rPr lang="en-US" dirty="0"/>
            <a:t>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eskalasi</a:t>
          </a:r>
          <a:r>
            <a:rPr lang="en-US" dirty="0"/>
            <a:t> </a:t>
          </a:r>
          <a:r>
            <a:rPr lang="en-US" dirty="0" err="1"/>
            <a:t>ke</a:t>
          </a:r>
          <a:r>
            <a:rPr lang="en-US" dirty="0"/>
            <a:t> </a:t>
          </a:r>
          <a:r>
            <a:rPr lang="en-US" dirty="0" err="1"/>
            <a:t>pihak</a:t>
          </a:r>
          <a:r>
            <a:rPr lang="en-US" dirty="0"/>
            <a:t> </a:t>
          </a:r>
          <a:r>
            <a:rPr lang="en-US" dirty="0" err="1"/>
            <a:t>ke</a:t>
          </a:r>
          <a:r>
            <a:rPr lang="en-US" dirty="0"/>
            <a:t> 3</a:t>
          </a:r>
          <a:endParaRPr lang="en-ID" dirty="0"/>
        </a:p>
      </dgm:t>
    </dgm:pt>
    <dgm:pt modelId="{78072C9D-8519-45B5-A215-02234253CC67}" type="parTrans" cxnId="{D7C7864C-FD5C-4547-B66C-CBE5A16A5304}">
      <dgm:prSet/>
      <dgm:spPr/>
      <dgm:t>
        <a:bodyPr/>
        <a:lstStyle/>
        <a:p>
          <a:endParaRPr lang="en-ID"/>
        </a:p>
      </dgm:t>
    </dgm:pt>
    <dgm:pt modelId="{AE67413A-0F99-4120-8654-265886585DF8}" type="sibTrans" cxnId="{D7C7864C-FD5C-4547-B66C-CBE5A16A5304}">
      <dgm:prSet>
        <dgm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D"/>
        </a:p>
      </dgm:t>
    </dgm:pt>
    <dgm:pt modelId="{DB8B5295-B0B7-4128-A0AF-A253D80F42E3}">
      <dgm:prSet phldrT="[Text]" phldr="0"/>
      <dgm:spPr/>
      <dgm:t>
        <a:bodyPr/>
        <a:lstStyle/>
        <a:p>
          <a:r>
            <a:rPr lang="en-US" dirty="0"/>
            <a:t>Tim TI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konfirmasi</a:t>
          </a:r>
          <a:r>
            <a:rPr lang="en-US" dirty="0"/>
            <a:t> </a:t>
          </a:r>
          <a:r>
            <a:rPr lang="en-US" dirty="0" err="1"/>
            <a:t>kepada</a:t>
          </a:r>
          <a:r>
            <a:rPr lang="en-US" dirty="0"/>
            <a:t> </a:t>
          </a:r>
          <a:r>
            <a:rPr lang="en-US" dirty="0" err="1"/>
            <a:t>pelapor</a:t>
          </a:r>
          <a:r>
            <a:rPr lang="en-US" dirty="0"/>
            <a:t> </a:t>
          </a:r>
          <a:r>
            <a:rPr lang="en-US" dirty="0" err="1"/>
            <a:t>jika</a:t>
          </a:r>
          <a:r>
            <a:rPr lang="en-US" dirty="0"/>
            <a:t> </a:t>
          </a:r>
          <a:r>
            <a:rPr lang="en-US" dirty="0" err="1"/>
            <a:t>permasalahan</a:t>
          </a:r>
          <a:r>
            <a:rPr lang="en-US" dirty="0"/>
            <a:t> </a:t>
          </a:r>
          <a:r>
            <a:rPr lang="en-US" dirty="0" err="1"/>
            <a:t>sudah</a:t>
          </a:r>
          <a:r>
            <a:rPr lang="en-US" dirty="0"/>
            <a:t> </a:t>
          </a:r>
          <a:r>
            <a:rPr lang="en-US" dirty="0" err="1"/>
            <a:t>selesai</a:t>
          </a:r>
          <a:r>
            <a:rPr lang="en-US" dirty="0"/>
            <a:t> </a:t>
          </a:r>
          <a:r>
            <a:rPr lang="en-US" dirty="0" err="1"/>
            <a:t>ditangani</a:t>
          </a:r>
          <a:r>
            <a:rPr lang="en-US" dirty="0"/>
            <a:t> </a:t>
          </a:r>
          <a:r>
            <a:rPr lang="en-US" dirty="0" err="1"/>
            <a:t>melalui</a:t>
          </a:r>
          <a:r>
            <a:rPr lang="en-US" dirty="0"/>
            <a:t> </a:t>
          </a:r>
          <a:r>
            <a:rPr lang="en-US" dirty="0" err="1"/>
            <a:t>komentar</a:t>
          </a:r>
          <a:r>
            <a:rPr lang="en-US" dirty="0"/>
            <a:t> pada </a:t>
          </a:r>
          <a:r>
            <a:rPr lang="en-US" dirty="0" err="1"/>
            <a:t>tiket</a:t>
          </a:r>
          <a:endParaRPr lang="en-ID" dirty="0"/>
        </a:p>
      </dgm:t>
    </dgm:pt>
    <dgm:pt modelId="{3E1BE398-B0A0-463D-8558-4DB546151297}" type="parTrans" cxnId="{F306D074-E1BC-4677-914B-0308CFF01B46}">
      <dgm:prSet/>
      <dgm:spPr/>
      <dgm:t>
        <a:bodyPr/>
        <a:lstStyle/>
        <a:p>
          <a:endParaRPr lang="en-ID"/>
        </a:p>
      </dgm:t>
    </dgm:pt>
    <dgm:pt modelId="{7C7636AC-E9B4-4D15-97A6-06354784E20F}" type="sibTrans" cxnId="{F306D074-E1BC-4677-914B-0308CFF01B46}">
      <dgm:prSet>
        <dgm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D"/>
        </a:p>
      </dgm:t>
    </dgm:pt>
    <dgm:pt modelId="{512B681D-B18E-43FD-8592-F78EF050A42E}">
      <dgm:prSet phldrT="[Text]" phldr="0"/>
      <dgm:spPr/>
      <dgm:t>
        <a:bodyPr/>
        <a:lstStyle/>
        <a:p>
          <a:r>
            <a:rPr lang="en-US" dirty="0" err="1"/>
            <a:t>Pelapor</a:t>
          </a:r>
          <a:r>
            <a:rPr lang="en-US" dirty="0"/>
            <a:t>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validasi</a:t>
          </a:r>
          <a:r>
            <a:rPr lang="en-US" dirty="0"/>
            <a:t> </a:t>
          </a:r>
          <a:r>
            <a:rPr lang="en-US" dirty="0" err="1"/>
            <a:t>terhadap</a:t>
          </a:r>
          <a:r>
            <a:rPr lang="en-US" dirty="0"/>
            <a:t> </a:t>
          </a:r>
          <a:r>
            <a:rPr lang="en-US" dirty="0" err="1"/>
            <a:t>hasil</a:t>
          </a:r>
          <a:r>
            <a:rPr lang="en-US" dirty="0"/>
            <a:t> </a:t>
          </a:r>
          <a:r>
            <a:rPr lang="en-US" dirty="0" err="1"/>
            <a:t>tindak</a:t>
          </a:r>
          <a:r>
            <a:rPr lang="en-US" dirty="0"/>
            <a:t> </a:t>
          </a:r>
          <a:r>
            <a:rPr lang="en-US" dirty="0" err="1"/>
            <a:t>lanjut</a:t>
          </a:r>
          <a:r>
            <a:rPr lang="en-US" dirty="0"/>
            <a:t> dan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konfirmasi</a:t>
          </a:r>
          <a:r>
            <a:rPr lang="en-US" dirty="0"/>
            <a:t> </a:t>
          </a:r>
          <a:r>
            <a:rPr lang="en-US" dirty="0" err="1"/>
            <a:t>melalui</a:t>
          </a:r>
          <a:r>
            <a:rPr lang="en-US" dirty="0"/>
            <a:t> </a:t>
          </a:r>
          <a:r>
            <a:rPr lang="en-US" dirty="0" err="1"/>
            <a:t>komentar</a:t>
          </a:r>
          <a:r>
            <a:rPr lang="en-US" dirty="0"/>
            <a:t> </a:t>
          </a:r>
          <a:r>
            <a:rPr lang="en-US" dirty="0" err="1"/>
            <a:t>tiket</a:t>
          </a:r>
          <a:r>
            <a:rPr lang="en-US" dirty="0"/>
            <a:t> </a:t>
          </a:r>
          <a:r>
            <a:rPr lang="en-US" dirty="0" err="1"/>
            <a:t>jika</a:t>
          </a:r>
          <a:r>
            <a:rPr lang="en-US" dirty="0"/>
            <a:t> </a:t>
          </a:r>
          <a:r>
            <a:rPr lang="en-US" dirty="0" err="1"/>
            <a:t>permasalahan</a:t>
          </a:r>
          <a:r>
            <a:rPr lang="en-US" dirty="0"/>
            <a:t> </a:t>
          </a:r>
          <a:r>
            <a:rPr lang="en-US" dirty="0" err="1"/>
            <a:t>sudah</a:t>
          </a:r>
          <a:r>
            <a:rPr lang="en-US" dirty="0"/>
            <a:t> </a:t>
          </a:r>
          <a:r>
            <a:rPr lang="en-US" dirty="0" err="1"/>
            <a:t>teratasi</a:t>
          </a:r>
          <a:endParaRPr lang="en-ID" dirty="0"/>
        </a:p>
      </dgm:t>
    </dgm:pt>
    <dgm:pt modelId="{E79DADDF-CFE4-499A-A3AD-4895F5FA2379}" type="parTrans" cxnId="{D7CE6B5C-E871-4707-8002-C2E56D2C6C39}">
      <dgm:prSet/>
      <dgm:spPr/>
      <dgm:t>
        <a:bodyPr/>
        <a:lstStyle/>
        <a:p>
          <a:endParaRPr lang="en-ID"/>
        </a:p>
      </dgm:t>
    </dgm:pt>
    <dgm:pt modelId="{0FCEA57F-6BE3-4F30-B1D5-644E2A08D598}" type="sibTrans" cxnId="{D7CE6B5C-E871-4707-8002-C2E56D2C6C39}">
      <dgm:prSet>
        <dgm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D"/>
        </a:p>
      </dgm:t>
    </dgm:pt>
    <dgm:pt modelId="{CBEAF808-49D7-40B7-B441-DF58D7FF2CE3}">
      <dgm:prSet phldrT="[Text]" phldr="0"/>
      <dgm:spPr/>
      <dgm:t>
        <a:bodyPr/>
        <a:lstStyle/>
        <a:p>
          <a:r>
            <a:rPr lang="en-US" dirty="0"/>
            <a:t>TIM TI </a:t>
          </a:r>
          <a:r>
            <a:rPr lang="en-US" dirty="0" err="1"/>
            <a:t>melakukan</a:t>
          </a:r>
          <a:r>
            <a:rPr lang="en-US" dirty="0"/>
            <a:t> Closing pada </a:t>
          </a:r>
          <a:r>
            <a:rPr lang="en-US" dirty="0" err="1"/>
            <a:t>tiket</a:t>
          </a:r>
          <a:endParaRPr lang="en-ID" dirty="0"/>
        </a:p>
      </dgm:t>
    </dgm:pt>
    <dgm:pt modelId="{198E72D5-D33A-4164-8511-F73DB8F40BE8}" type="parTrans" cxnId="{C292F4A1-70B8-473B-B8F3-C323752BC285}">
      <dgm:prSet/>
      <dgm:spPr/>
      <dgm:t>
        <a:bodyPr/>
        <a:lstStyle/>
        <a:p>
          <a:endParaRPr lang="en-ID"/>
        </a:p>
      </dgm:t>
    </dgm:pt>
    <dgm:pt modelId="{588F7118-7E61-4B28-9BC2-7B8D972FC02C}" type="sibTrans" cxnId="{C292F4A1-70B8-473B-B8F3-C323752BC285}">
      <dgm:prSet/>
      <dgm:spPr/>
      <dgm:t>
        <a:bodyPr/>
        <a:lstStyle/>
        <a:p>
          <a:endParaRPr lang="en-ID"/>
        </a:p>
      </dgm:t>
    </dgm:pt>
    <dgm:pt modelId="{8A8C0EBD-3CF7-4462-A9CC-94CA7EC76E69}" type="pres">
      <dgm:prSet presAssocID="{23B84E5B-5317-4D4E-9342-5E8728449B8C}" presName="Name0" presStyleCnt="0">
        <dgm:presLayoutVars>
          <dgm:dir/>
          <dgm:resizeHandles val="exact"/>
        </dgm:presLayoutVars>
      </dgm:prSet>
      <dgm:spPr/>
    </dgm:pt>
    <dgm:pt modelId="{49FF1169-5309-4C6D-BDC7-65751F8E62B6}" type="pres">
      <dgm:prSet presAssocID="{F1409034-DDFF-4767-8311-70CF4CABBAC8}" presName="node" presStyleLbl="node1" presStyleIdx="0" presStyleCnt="6" custLinFactNeighborX="2545" custLinFactNeighborY="-3011">
        <dgm:presLayoutVars>
          <dgm:bulletEnabled val="1"/>
        </dgm:presLayoutVars>
      </dgm:prSet>
      <dgm:spPr/>
    </dgm:pt>
    <dgm:pt modelId="{ED8BA533-0D7F-424D-8C31-727788EA581A}" type="pres">
      <dgm:prSet presAssocID="{419E4210-E74B-4640-BC37-FA8D09ACA6F7}" presName="sibTrans" presStyleLbl="sibTrans1D1" presStyleIdx="0" presStyleCnt="5"/>
      <dgm:spPr/>
    </dgm:pt>
    <dgm:pt modelId="{339F87B2-AE6E-446E-8E07-9A8CB96618D0}" type="pres">
      <dgm:prSet presAssocID="{419E4210-E74B-4640-BC37-FA8D09ACA6F7}" presName="connectorText" presStyleLbl="sibTrans1D1" presStyleIdx="0" presStyleCnt="5"/>
      <dgm:spPr/>
    </dgm:pt>
    <dgm:pt modelId="{E6A64F9C-FD3A-4230-8F5E-9BBC7959D923}" type="pres">
      <dgm:prSet presAssocID="{00B00488-7407-4723-987A-83733723ACF2}" presName="node" presStyleLbl="node1" presStyleIdx="1" presStyleCnt="6">
        <dgm:presLayoutVars>
          <dgm:bulletEnabled val="1"/>
        </dgm:presLayoutVars>
      </dgm:prSet>
      <dgm:spPr/>
    </dgm:pt>
    <dgm:pt modelId="{F536C50F-42D5-45D8-9D2B-E4C178118DDA}" type="pres">
      <dgm:prSet presAssocID="{7DCB4E20-2B8A-4D7C-ADAF-36E303E56B23}" presName="sibTrans" presStyleLbl="sibTrans1D1" presStyleIdx="1" presStyleCnt="5"/>
      <dgm:spPr/>
    </dgm:pt>
    <dgm:pt modelId="{731F0B2B-0E98-49A0-85F4-12DC1D993BB8}" type="pres">
      <dgm:prSet presAssocID="{7DCB4E20-2B8A-4D7C-ADAF-36E303E56B23}" presName="connectorText" presStyleLbl="sibTrans1D1" presStyleIdx="1" presStyleCnt="5"/>
      <dgm:spPr/>
    </dgm:pt>
    <dgm:pt modelId="{3225A648-3ACB-4AF7-ABFA-0D380F1DC299}" type="pres">
      <dgm:prSet presAssocID="{0948CA7D-2A14-4306-9DFC-913EED241517}" presName="node" presStyleLbl="node1" presStyleIdx="2" presStyleCnt="6">
        <dgm:presLayoutVars>
          <dgm:bulletEnabled val="1"/>
        </dgm:presLayoutVars>
      </dgm:prSet>
      <dgm:spPr/>
    </dgm:pt>
    <dgm:pt modelId="{4C6F8A80-DC88-4C81-B395-5310E927F813}" type="pres">
      <dgm:prSet presAssocID="{AE67413A-0F99-4120-8654-265886585DF8}" presName="sibTrans" presStyleLbl="sibTrans1D1" presStyleIdx="2" presStyleCnt="5"/>
      <dgm:spPr/>
    </dgm:pt>
    <dgm:pt modelId="{EBB90262-E088-4F4E-9441-FB5A038F0351}" type="pres">
      <dgm:prSet presAssocID="{AE67413A-0F99-4120-8654-265886585DF8}" presName="connectorText" presStyleLbl="sibTrans1D1" presStyleIdx="2" presStyleCnt="5"/>
      <dgm:spPr/>
    </dgm:pt>
    <dgm:pt modelId="{17D133BE-FE7B-4F79-A92A-15BB63A8E172}" type="pres">
      <dgm:prSet presAssocID="{DB8B5295-B0B7-4128-A0AF-A253D80F42E3}" presName="node" presStyleLbl="node1" presStyleIdx="3" presStyleCnt="6">
        <dgm:presLayoutVars>
          <dgm:bulletEnabled val="1"/>
        </dgm:presLayoutVars>
      </dgm:prSet>
      <dgm:spPr/>
    </dgm:pt>
    <dgm:pt modelId="{F5C759D9-0021-4C8D-ACFB-2009DE4B58BA}" type="pres">
      <dgm:prSet presAssocID="{7C7636AC-E9B4-4D15-97A6-06354784E20F}" presName="sibTrans" presStyleLbl="sibTrans1D1" presStyleIdx="3" presStyleCnt="5"/>
      <dgm:spPr/>
    </dgm:pt>
    <dgm:pt modelId="{9CCBD324-C428-4978-B84E-D4CC6A92280B}" type="pres">
      <dgm:prSet presAssocID="{7C7636AC-E9B4-4D15-97A6-06354784E20F}" presName="connectorText" presStyleLbl="sibTrans1D1" presStyleIdx="3" presStyleCnt="5"/>
      <dgm:spPr/>
    </dgm:pt>
    <dgm:pt modelId="{6DE5D0D6-FC0A-4147-ABDA-200BB5A3972B}" type="pres">
      <dgm:prSet presAssocID="{512B681D-B18E-43FD-8592-F78EF050A42E}" presName="node" presStyleLbl="node1" presStyleIdx="4" presStyleCnt="6">
        <dgm:presLayoutVars>
          <dgm:bulletEnabled val="1"/>
        </dgm:presLayoutVars>
      </dgm:prSet>
      <dgm:spPr/>
    </dgm:pt>
    <dgm:pt modelId="{9514E902-7665-48FD-BEC5-14F062A20B3F}" type="pres">
      <dgm:prSet presAssocID="{0FCEA57F-6BE3-4F30-B1D5-644E2A08D598}" presName="sibTrans" presStyleLbl="sibTrans1D1" presStyleIdx="4" presStyleCnt="5"/>
      <dgm:spPr/>
    </dgm:pt>
    <dgm:pt modelId="{93F10BC6-F87E-4022-A99B-B4E6460837D6}" type="pres">
      <dgm:prSet presAssocID="{0FCEA57F-6BE3-4F30-B1D5-644E2A08D598}" presName="connectorText" presStyleLbl="sibTrans1D1" presStyleIdx="4" presStyleCnt="5"/>
      <dgm:spPr/>
    </dgm:pt>
    <dgm:pt modelId="{669E60F9-249D-4149-ADF3-0B224F6067E0}" type="pres">
      <dgm:prSet presAssocID="{CBEAF808-49D7-40B7-B441-DF58D7FF2C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963B304-136D-4827-8BB1-D38C341CE885}" type="presOf" srcId="{7C7636AC-E9B4-4D15-97A6-06354784E20F}" destId="{9CCBD324-C428-4978-B84E-D4CC6A92280B}" srcOrd="1" destOrd="0" presId="urn:microsoft.com/office/officeart/2005/8/layout/bProcess3"/>
    <dgm:cxn modelId="{D7CE6B5C-E871-4707-8002-C2E56D2C6C39}" srcId="{23B84E5B-5317-4D4E-9342-5E8728449B8C}" destId="{512B681D-B18E-43FD-8592-F78EF050A42E}" srcOrd="4" destOrd="0" parTransId="{E79DADDF-CFE4-499A-A3AD-4895F5FA2379}" sibTransId="{0FCEA57F-6BE3-4F30-B1D5-644E2A08D598}"/>
    <dgm:cxn modelId="{89BEC941-C3EA-4483-83F0-EAEFC0595B26}" type="presOf" srcId="{419E4210-E74B-4640-BC37-FA8D09ACA6F7}" destId="{ED8BA533-0D7F-424D-8C31-727788EA581A}" srcOrd="0" destOrd="0" presId="urn:microsoft.com/office/officeart/2005/8/layout/bProcess3"/>
    <dgm:cxn modelId="{E270CB61-3168-45C0-97E8-820B226C7DC2}" type="presOf" srcId="{00B00488-7407-4723-987A-83733723ACF2}" destId="{E6A64F9C-FD3A-4230-8F5E-9BBC7959D923}" srcOrd="0" destOrd="0" presId="urn:microsoft.com/office/officeart/2005/8/layout/bProcess3"/>
    <dgm:cxn modelId="{62FA7143-55A6-44B3-94FE-8C9B7AB275DA}" type="presOf" srcId="{0FCEA57F-6BE3-4F30-B1D5-644E2A08D598}" destId="{9514E902-7665-48FD-BEC5-14F062A20B3F}" srcOrd="0" destOrd="0" presId="urn:microsoft.com/office/officeart/2005/8/layout/bProcess3"/>
    <dgm:cxn modelId="{7049EA64-288B-449E-9AA8-3788A385A4F8}" type="presOf" srcId="{7C7636AC-E9B4-4D15-97A6-06354784E20F}" destId="{F5C759D9-0021-4C8D-ACFB-2009DE4B58BA}" srcOrd="0" destOrd="0" presId="urn:microsoft.com/office/officeart/2005/8/layout/bProcess3"/>
    <dgm:cxn modelId="{109DFA6B-CA90-4024-AA0D-E9B01FE36549}" type="presOf" srcId="{F1409034-DDFF-4767-8311-70CF4CABBAC8}" destId="{49FF1169-5309-4C6D-BDC7-65751F8E62B6}" srcOrd="0" destOrd="0" presId="urn:microsoft.com/office/officeart/2005/8/layout/bProcess3"/>
    <dgm:cxn modelId="{D7C7864C-FD5C-4547-B66C-CBE5A16A5304}" srcId="{23B84E5B-5317-4D4E-9342-5E8728449B8C}" destId="{0948CA7D-2A14-4306-9DFC-913EED241517}" srcOrd="2" destOrd="0" parTransId="{78072C9D-8519-45B5-A215-02234253CC67}" sibTransId="{AE67413A-0F99-4120-8654-265886585DF8}"/>
    <dgm:cxn modelId="{F7579773-C159-4F97-9D3B-25B4DFCF8936}" type="presOf" srcId="{512B681D-B18E-43FD-8592-F78EF050A42E}" destId="{6DE5D0D6-FC0A-4147-ABDA-200BB5A3972B}" srcOrd="0" destOrd="0" presId="urn:microsoft.com/office/officeart/2005/8/layout/bProcess3"/>
    <dgm:cxn modelId="{2F743354-4153-41D7-BB19-9DED7E342DAA}" srcId="{23B84E5B-5317-4D4E-9342-5E8728449B8C}" destId="{F1409034-DDFF-4767-8311-70CF4CABBAC8}" srcOrd="0" destOrd="0" parTransId="{BA102419-E834-4003-AE12-D8E9764AB97F}" sibTransId="{419E4210-E74B-4640-BC37-FA8D09ACA6F7}"/>
    <dgm:cxn modelId="{F306D074-E1BC-4677-914B-0308CFF01B46}" srcId="{23B84E5B-5317-4D4E-9342-5E8728449B8C}" destId="{DB8B5295-B0B7-4128-A0AF-A253D80F42E3}" srcOrd="3" destOrd="0" parTransId="{3E1BE398-B0A0-463D-8558-4DB546151297}" sibTransId="{7C7636AC-E9B4-4D15-97A6-06354784E20F}"/>
    <dgm:cxn modelId="{19C95490-4976-46B6-9EF2-F75D21216CF6}" type="presOf" srcId="{AE67413A-0F99-4120-8654-265886585DF8}" destId="{4C6F8A80-DC88-4C81-B395-5310E927F813}" srcOrd="0" destOrd="0" presId="urn:microsoft.com/office/officeart/2005/8/layout/bProcess3"/>
    <dgm:cxn modelId="{4AD44796-6C69-4190-BFBD-A3DBA889EA5C}" type="presOf" srcId="{23B84E5B-5317-4D4E-9342-5E8728449B8C}" destId="{8A8C0EBD-3CF7-4462-A9CC-94CA7EC76E69}" srcOrd="0" destOrd="0" presId="urn:microsoft.com/office/officeart/2005/8/layout/bProcess3"/>
    <dgm:cxn modelId="{8A0DE59F-0B3E-4584-BB38-E6732D600A4F}" type="presOf" srcId="{CBEAF808-49D7-40B7-B441-DF58D7FF2CE3}" destId="{669E60F9-249D-4149-ADF3-0B224F6067E0}" srcOrd="0" destOrd="0" presId="urn:microsoft.com/office/officeart/2005/8/layout/bProcess3"/>
    <dgm:cxn modelId="{95D58BA1-0090-48BF-AECC-E08C861477E0}" srcId="{23B84E5B-5317-4D4E-9342-5E8728449B8C}" destId="{00B00488-7407-4723-987A-83733723ACF2}" srcOrd="1" destOrd="0" parTransId="{26335979-B8EE-4E77-8D41-23FD466D490F}" sibTransId="{7DCB4E20-2B8A-4D7C-ADAF-36E303E56B23}"/>
    <dgm:cxn modelId="{C292F4A1-70B8-473B-B8F3-C323752BC285}" srcId="{23B84E5B-5317-4D4E-9342-5E8728449B8C}" destId="{CBEAF808-49D7-40B7-B441-DF58D7FF2CE3}" srcOrd="5" destOrd="0" parTransId="{198E72D5-D33A-4164-8511-F73DB8F40BE8}" sibTransId="{588F7118-7E61-4B28-9BC2-7B8D972FC02C}"/>
    <dgm:cxn modelId="{B19917A4-5B24-408F-BB3E-B8DC1139E5AF}" type="presOf" srcId="{DB8B5295-B0B7-4128-A0AF-A253D80F42E3}" destId="{17D133BE-FE7B-4F79-A92A-15BB63A8E172}" srcOrd="0" destOrd="0" presId="urn:microsoft.com/office/officeart/2005/8/layout/bProcess3"/>
    <dgm:cxn modelId="{CF25DCC8-9E87-448F-8408-FED56213DF09}" type="presOf" srcId="{0FCEA57F-6BE3-4F30-B1D5-644E2A08D598}" destId="{93F10BC6-F87E-4022-A99B-B4E6460837D6}" srcOrd="1" destOrd="0" presId="urn:microsoft.com/office/officeart/2005/8/layout/bProcess3"/>
    <dgm:cxn modelId="{27520ADF-E18A-49C5-A355-8864BA6A1D1B}" type="presOf" srcId="{0948CA7D-2A14-4306-9DFC-913EED241517}" destId="{3225A648-3ACB-4AF7-ABFA-0D380F1DC299}" srcOrd="0" destOrd="0" presId="urn:microsoft.com/office/officeart/2005/8/layout/bProcess3"/>
    <dgm:cxn modelId="{2ED1D3E0-E886-401D-BD66-E2588C71174B}" type="presOf" srcId="{7DCB4E20-2B8A-4D7C-ADAF-36E303E56B23}" destId="{F536C50F-42D5-45D8-9D2B-E4C178118DDA}" srcOrd="0" destOrd="0" presId="urn:microsoft.com/office/officeart/2005/8/layout/bProcess3"/>
    <dgm:cxn modelId="{C57314EC-D1D1-42F6-BFCF-4C980DB614A6}" type="presOf" srcId="{7DCB4E20-2B8A-4D7C-ADAF-36E303E56B23}" destId="{731F0B2B-0E98-49A0-85F4-12DC1D993BB8}" srcOrd="1" destOrd="0" presId="urn:microsoft.com/office/officeart/2005/8/layout/bProcess3"/>
    <dgm:cxn modelId="{D60673EC-442B-4BE8-AF12-7BA9245D5582}" type="presOf" srcId="{419E4210-E74B-4640-BC37-FA8D09ACA6F7}" destId="{339F87B2-AE6E-446E-8E07-9A8CB96618D0}" srcOrd="1" destOrd="0" presId="urn:microsoft.com/office/officeart/2005/8/layout/bProcess3"/>
    <dgm:cxn modelId="{6F645AF8-DA1C-42A1-A745-ADBB0678ADF6}" type="presOf" srcId="{AE67413A-0F99-4120-8654-265886585DF8}" destId="{EBB90262-E088-4F4E-9441-FB5A038F0351}" srcOrd="1" destOrd="0" presId="urn:microsoft.com/office/officeart/2005/8/layout/bProcess3"/>
    <dgm:cxn modelId="{3A06123E-3290-4971-A5B2-609360B5F132}" type="presParOf" srcId="{8A8C0EBD-3CF7-4462-A9CC-94CA7EC76E69}" destId="{49FF1169-5309-4C6D-BDC7-65751F8E62B6}" srcOrd="0" destOrd="0" presId="urn:microsoft.com/office/officeart/2005/8/layout/bProcess3"/>
    <dgm:cxn modelId="{2E06CA4C-0736-4B48-A262-479C0048FD20}" type="presParOf" srcId="{8A8C0EBD-3CF7-4462-A9CC-94CA7EC76E69}" destId="{ED8BA533-0D7F-424D-8C31-727788EA581A}" srcOrd="1" destOrd="0" presId="urn:microsoft.com/office/officeart/2005/8/layout/bProcess3"/>
    <dgm:cxn modelId="{230CDB3E-3619-4588-84D2-81BB71E4A52C}" type="presParOf" srcId="{ED8BA533-0D7F-424D-8C31-727788EA581A}" destId="{339F87B2-AE6E-446E-8E07-9A8CB96618D0}" srcOrd="0" destOrd="0" presId="urn:microsoft.com/office/officeart/2005/8/layout/bProcess3"/>
    <dgm:cxn modelId="{E188C19D-32A1-4037-8653-19E9A7CB61D1}" type="presParOf" srcId="{8A8C0EBD-3CF7-4462-A9CC-94CA7EC76E69}" destId="{E6A64F9C-FD3A-4230-8F5E-9BBC7959D923}" srcOrd="2" destOrd="0" presId="urn:microsoft.com/office/officeart/2005/8/layout/bProcess3"/>
    <dgm:cxn modelId="{D3385A1C-4C7A-4A2E-BF3F-27CC1D39A8AF}" type="presParOf" srcId="{8A8C0EBD-3CF7-4462-A9CC-94CA7EC76E69}" destId="{F536C50F-42D5-45D8-9D2B-E4C178118DDA}" srcOrd="3" destOrd="0" presId="urn:microsoft.com/office/officeart/2005/8/layout/bProcess3"/>
    <dgm:cxn modelId="{782504FF-048A-47E7-BD4E-49C3F6DEFC77}" type="presParOf" srcId="{F536C50F-42D5-45D8-9D2B-E4C178118DDA}" destId="{731F0B2B-0E98-49A0-85F4-12DC1D993BB8}" srcOrd="0" destOrd="0" presId="urn:microsoft.com/office/officeart/2005/8/layout/bProcess3"/>
    <dgm:cxn modelId="{EB2D3C44-F21E-4AC4-8C98-837B53594D60}" type="presParOf" srcId="{8A8C0EBD-3CF7-4462-A9CC-94CA7EC76E69}" destId="{3225A648-3ACB-4AF7-ABFA-0D380F1DC299}" srcOrd="4" destOrd="0" presId="urn:microsoft.com/office/officeart/2005/8/layout/bProcess3"/>
    <dgm:cxn modelId="{45659363-3FAE-49A1-AEB1-BFE571A9B453}" type="presParOf" srcId="{8A8C0EBD-3CF7-4462-A9CC-94CA7EC76E69}" destId="{4C6F8A80-DC88-4C81-B395-5310E927F813}" srcOrd="5" destOrd="0" presId="urn:microsoft.com/office/officeart/2005/8/layout/bProcess3"/>
    <dgm:cxn modelId="{39B7EE9E-3C9D-46CE-BEC8-C6FA5255910A}" type="presParOf" srcId="{4C6F8A80-DC88-4C81-B395-5310E927F813}" destId="{EBB90262-E088-4F4E-9441-FB5A038F0351}" srcOrd="0" destOrd="0" presId="urn:microsoft.com/office/officeart/2005/8/layout/bProcess3"/>
    <dgm:cxn modelId="{E8A807F0-BE99-4C62-BC84-5F8D1429C0A0}" type="presParOf" srcId="{8A8C0EBD-3CF7-4462-A9CC-94CA7EC76E69}" destId="{17D133BE-FE7B-4F79-A92A-15BB63A8E172}" srcOrd="6" destOrd="0" presId="urn:microsoft.com/office/officeart/2005/8/layout/bProcess3"/>
    <dgm:cxn modelId="{3910F93F-F2A6-4A18-8CC8-2B4498BCCD5E}" type="presParOf" srcId="{8A8C0EBD-3CF7-4462-A9CC-94CA7EC76E69}" destId="{F5C759D9-0021-4C8D-ACFB-2009DE4B58BA}" srcOrd="7" destOrd="0" presId="urn:microsoft.com/office/officeart/2005/8/layout/bProcess3"/>
    <dgm:cxn modelId="{CF3A6634-C381-4FF1-8759-7CAE3ED4196F}" type="presParOf" srcId="{F5C759D9-0021-4C8D-ACFB-2009DE4B58BA}" destId="{9CCBD324-C428-4978-B84E-D4CC6A92280B}" srcOrd="0" destOrd="0" presId="urn:microsoft.com/office/officeart/2005/8/layout/bProcess3"/>
    <dgm:cxn modelId="{32E9C4CE-FBB2-4DCC-A5AC-C111317DA52B}" type="presParOf" srcId="{8A8C0EBD-3CF7-4462-A9CC-94CA7EC76E69}" destId="{6DE5D0D6-FC0A-4147-ABDA-200BB5A3972B}" srcOrd="8" destOrd="0" presId="urn:microsoft.com/office/officeart/2005/8/layout/bProcess3"/>
    <dgm:cxn modelId="{86EEE0CA-F922-4A28-ACA2-8198EB2D5F4E}" type="presParOf" srcId="{8A8C0EBD-3CF7-4462-A9CC-94CA7EC76E69}" destId="{9514E902-7665-48FD-BEC5-14F062A20B3F}" srcOrd="9" destOrd="0" presId="urn:microsoft.com/office/officeart/2005/8/layout/bProcess3"/>
    <dgm:cxn modelId="{2458225F-D6F2-4E58-A684-3D5857E9F587}" type="presParOf" srcId="{9514E902-7665-48FD-BEC5-14F062A20B3F}" destId="{93F10BC6-F87E-4022-A99B-B4E6460837D6}" srcOrd="0" destOrd="0" presId="urn:microsoft.com/office/officeart/2005/8/layout/bProcess3"/>
    <dgm:cxn modelId="{0EC554D6-6911-499A-AB3F-B47785C28470}" type="presParOf" srcId="{8A8C0EBD-3CF7-4462-A9CC-94CA7EC76E69}" destId="{669E60F9-249D-4149-ADF3-0B224F6067E0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BA533-0D7F-424D-8C31-727788EA581A}">
      <dsp:nvSpPr>
        <dsp:cNvPr id="0" name=""/>
        <dsp:cNvSpPr/>
      </dsp:nvSpPr>
      <dsp:spPr>
        <a:xfrm>
          <a:off x="4952733" y="1234896"/>
          <a:ext cx="8425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8383" y="45720"/>
              </a:lnTo>
              <a:lnTo>
                <a:pt x="438383" y="46642"/>
              </a:lnTo>
              <a:lnTo>
                <a:pt x="842567" y="46642"/>
              </a:lnTo>
            </a:path>
          </a:pathLst>
        </a:custGeom>
        <a:noFill/>
        <a:ln w="38100" cap="flat" cmpd="sng" algn="ctr">
          <a:solidFill>
            <a:schemeClr val="accent3"/>
          </a:solidFill>
          <a:prstDash val="solid"/>
          <a:tailEnd type="arrow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5352187" y="1275707"/>
        <a:ext cx="43658" cy="9818"/>
      </dsp:txXfrm>
    </dsp:sp>
    <dsp:sp modelId="{49FF1169-5309-4C6D-BDC7-65751F8E62B6}">
      <dsp:nvSpPr>
        <dsp:cNvPr id="0" name=""/>
        <dsp:cNvSpPr/>
      </dsp:nvSpPr>
      <dsp:spPr>
        <a:xfrm>
          <a:off x="685810" y="0"/>
          <a:ext cx="4268722" cy="2561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Kantor Cabang / Kas </a:t>
          </a:r>
          <a:r>
            <a:rPr lang="en-US" sz="2600" kern="1200" dirty="0" err="1"/>
            <a:t>melakukan</a:t>
          </a:r>
          <a:r>
            <a:rPr lang="en-US" sz="2600" kern="1200" dirty="0"/>
            <a:t> </a:t>
          </a:r>
          <a:r>
            <a:rPr lang="en-US" sz="2600" kern="1200" dirty="0" err="1"/>
            <a:t>pelaporan</a:t>
          </a:r>
          <a:r>
            <a:rPr lang="en-US" sz="2600" kern="1200" dirty="0"/>
            <a:t> </a:t>
          </a:r>
          <a:r>
            <a:rPr lang="en-US" sz="2600" kern="1200" dirty="0" err="1"/>
            <a:t>dengan</a:t>
          </a:r>
          <a:r>
            <a:rPr lang="en-US" sz="2600" kern="1200" dirty="0"/>
            <a:t> </a:t>
          </a:r>
          <a:r>
            <a:rPr lang="en-US" sz="2600" kern="1200" dirty="0" err="1"/>
            <a:t>membuat</a:t>
          </a:r>
          <a:r>
            <a:rPr lang="en-US" sz="2600" kern="1200" dirty="0"/>
            <a:t> </a:t>
          </a:r>
          <a:r>
            <a:rPr lang="en-US" sz="2600" kern="1200" dirty="0" err="1"/>
            <a:t>tiket</a:t>
          </a:r>
          <a:r>
            <a:rPr lang="en-US" sz="2600" kern="1200" dirty="0"/>
            <a:t> </a:t>
          </a:r>
          <a:r>
            <a:rPr lang="en-US" sz="2600" kern="1200" dirty="0" err="1"/>
            <a:t>melalui</a:t>
          </a:r>
          <a:r>
            <a:rPr lang="en-US" sz="2600" kern="1200" dirty="0"/>
            <a:t> </a:t>
          </a:r>
          <a:r>
            <a:rPr lang="en-US" sz="2600" kern="1200" dirty="0" err="1"/>
            <a:t>aplikasi</a:t>
          </a:r>
          <a:r>
            <a:rPr lang="en-US" sz="2600" kern="1200" dirty="0"/>
            <a:t> SAMBATAN</a:t>
          </a:r>
          <a:endParaRPr lang="en-ID" sz="2600" kern="1200" dirty="0"/>
        </a:p>
      </dsp:txBody>
      <dsp:txXfrm>
        <a:off x="685810" y="0"/>
        <a:ext cx="4268722" cy="2561233"/>
      </dsp:txXfrm>
    </dsp:sp>
    <dsp:sp modelId="{F536C50F-42D5-45D8-9D2B-E4C178118DDA}">
      <dsp:nvSpPr>
        <dsp:cNvPr id="0" name=""/>
        <dsp:cNvSpPr/>
      </dsp:nvSpPr>
      <dsp:spPr>
        <a:xfrm>
          <a:off x="10094623" y="1235819"/>
          <a:ext cx="9512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51206" y="45720"/>
              </a:lnTo>
            </a:path>
          </a:pathLst>
        </a:custGeom>
        <a:noFill/>
        <a:ln w="38100" cap="flat" cmpd="sng" algn="ctr">
          <a:solidFill>
            <a:schemeClr val="accent3"/>
          </a:solidFill>
          <a:prstDash val="solid"/>
          <a:tailEnd type="arrow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10545681" y="1276630"/>
        <a:ext cx="49090" cy="9818"/>
      </dsp:txXfrm>
    </dsp:sp>
    <dsp:sp modelId="{E6A64F9C-FD3A-4230-8F5E-9BBC7959D923}">
      <dsp:nvSpPr>
        <dsp:cNvPr id="0" name=""/>
        <dsp:cNvSpPr/>
      </dsp:nvSpPr>
      <dsp:spPr>
        <a:xfrm>
          <a:off x="5827700" y="922"/>
          <a:ext cx="4268722" cy="2561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TIM TI </a:t>
          </a:r>
          <a:r>
            <a:rPr lang="en-US" sz="2600" kern="1200" dirty="0" err="1"/>
            <a:t>melakukan</a:t>
          </a:r>
          <a:r>
            <a:rPr lang="en-US" sz="2600" kern="1200" dirty="0"/>
            <a:t> takeover </a:t>
          </a:r>
          <a:r>
            <a:rPr lang="en-US" sz="2600" kern="1200" dirty="0" err="1"/>
            <a:t>tiket</a:t>
          </a:r>
          <a:r>
            <a:rPr lang="en-US" sz="2600" kern="1200" dirty="0"/>
            <a:t> dan </a:t>
          </a:r>
          <a:r>
            <a:rPr lang="en-US" sz="2600" kern="1200" dirty="0" err="1"/>
            <a:t>menindaklanjuti</a:t>
          </a:r>
          <a:r>
            <a:rPr lang="en-US" sz="2600" kern="1200" dirty="0"/>
            <a:t> </a:t>
          </a:r>
          <a:r>
            <a:rPr lang="en-US" sz="2600" kern="1200" dirty="0" err="1"/>
            <a:t>tiket</a:t>
          </a:r>
          <a:endParaRPr lang="en-ID" sz="2600" kern="1200" dirty="0"/>
        </a:p>
      </dsp:txBody>
      <dsp:txXfrm>
        <a:off x="5827700" y="922"/>
        <a:ext cx="4268722" cy="2561233"/>
      </dsp:txXfrm>
    </dsp:sp>
    <dsp:sp modelId="{4C6F8A80-DC88-4C81-B395-5310E927F813}">
      <dsp:nvSpPr>
        <dsp:cNvPr id="0" name=""/>
        <dsp:cNvSpPr/>
      </dsp:nvSpPr>
      <dsp:spPr>
        <a:xfrm>
          <a:off x="2711533" y="2560356"/>
          <a:ext cx="10501057" cy="951206"/>
        </a:xfrm>
        <a:custGeom>
          <a:avLst/>
          <a:gdLst/>
          <a:ahLst/>
          <a:cxnLst/>
          <a:rect l="0" t="0" r="0" b="0"/>
          <a:pathLst>
            <a:path>
              <a:moveTo>
                <a:pt x="10501057" y="0"/>
              </a:moveTo>
              <a:lnTo>
                <a:pt x="10501057" y="492703"/>
              </a:lnTo>
              <a:lnTo>
                <a:pt x="0" y="492703"/>
              </a:lnTo>
              <a:lnTo>
                <a:pt x="0" y="951206"/>
              </a:lnTo>
            </a:path>
          </a:pathLst>
        </a:custGeom>
        <a:noFill/>
        <a:ln w="38100" cap="flat" cmpd="sng" algn="ctr">
          <a:solidFill>
            <a:schemeClr val="accent3"/>
          </a:solidFill>
          <a:prstDash val="solid"/>
          <a:tailEnd type="arrow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7698390" y="3031050"/>
        <a:ext cx="527342" cy="9818"/>
      </dsp:txXfrm>
    </dsp:sp>
    <dsp:sp modelId="{3225A648-3ACB-4AF7-ABFA-0D380F1DC299}">
      <dsp:nvSpPr>
        <dsp:cNvPr id="0" name=""/>
        <dsp:cNvSpPr/>
      </dsp:nvSpPr>
      <dsp:spPr>
        <a:xfrm>
          <a:off x="11078229" y="922"/>
          <a:ext cx="4268722" cy="2561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Jika </a:t>
          </a:r>
          <a:r>
            <a:rPr lang="en-US" sz="2600" kern="1200" dirty="0" err="1"/>
            <a:t>permasalahan</a:t>
          </a:r>
          <a:r>
            <a:rPr lang="en-US" sz="2600" kern="1200" dirty="0"/>
            <a:t> </a:t>
          </a:r>
          <a:r>
            <a:rPr lang="en-US" sz="2600" kern="1200" dirty="0" err="1"/>
            <a:t>tidak</a:t>
          </a:r>
          <a:r>
            <a:rPr lang="en-US" sz="2600" kern="1200" dirty="0"/>
            <a:t> </a:t>
          </a:r>
          <a:r>
            <a:rPr lang="en-US" sz="2600" kern="1200" dirty="0" err="1"/>
            <a:t>dapat</a:t>
          </a:r>
          <a:r>
            <a:rPr lang="en-US" sz="2600" kern="1200" dirty="0"/>
            <a:t> </a:t>
          </a:r>
          <a:r>
            <a:rPr lang="en-US" sz="2600" kern="1200" dirty="0" err="1"/>
            <a:t>diselesaikan</a:t>
          </a:r>
          <a:r>
            <a:rPr lang="en-US" sz="2600" kern="1200" dirty="0"/>
            <a:t> oleh TIM TI, </a:t>
          </a:r>
          <a:r>
            <a:rPr lang="en-US" sz="2600" kern="1200" dirty="0" err="1"/>
            <a:t>maka</a:t>
          </a:r>
          <a:r>
            <a:rPr lang="en-US" sz="2600" kern="1200" dirty="0"/>
            <a:t> TIM TI </a:t>
          </a:r>
          <a:r>
            <a:rPr lang="en-US" sz="2600" kern="1200" dirty="0" err="1"/>
            <a:t>akan</a:t>
          </a:r>
          <a:r>
            <a:rPr lang="en-US" sz="2600" kern="1200" dirty="0"/>
            <a:t> </a:t>
          </a:r>
          <a:r>
            <a:rPr lang="en-US" sz="2600" kern="1200" dirty="0" err="1"/>
            <a:t>melakukan</a:t>
          </a:r>
          <a:r>
            <a:rPr lang="en-US" sz="2600" kern="1200" dirty="0"/>
            <a:t> </a:t>
          </a:r>
          <a:r>
            <a:rPr lang="en-US" sz="2600" kern="1200" dirty="0" err="1"/>
            <a:t>eskalasi</a:t>
          </a:r>
          <a:r>
            <a:rPr lang="en-US" sz="2600" kern="1200" dirty="0"/>
            <a:t> </a:t>
          </a:r>
          <a:r>
            <a:rPr lang="en-US" sz="2600" kern="1200" dirty="0" err="1"/>
            <a:t>ke</a:t>
          </a:r>
          <a:r>
            <a:rPr lang="en-US" sz="2600" kern="1200" dirty="0"/>
            <a:t> </a:t>
          </a:r>
          <a:r>
            <a:rPr lang="en-US" sz="2600" kern="1200" dirty="0" err="1"/>
            <a:t>pihak</a:t>
          </a:r>
          <a:r>
            <a:rPr lang="en-US" sz="2600" kern="1200" dirty="0"/>
            <a:t> </a:t>
          </a:r>
          <a:r>
            <a:rPr lang="en-US" sz="2600" kern="1200" dirty="0" err="1"/>
            <a:t>ke</a:t>
          </a:r>
          <a:r>
            <a:rPr lang="en-US" sz="2600" kern="1200" dirty="0"/>
            <a:t> 3</a:t>
          </a:r>
          <a:endParaRPr lang="en-ID" sz="2600" kern="1200" dirty="0"/>
        </a:p>
      </dsp:txBody>
      <dsp:txXfrm>
        <a:off x="11078229" y="922"/>
        <a:ext cx="4268722" cy="2561233"/>
      </dsp:txXfrm>
    </dsp:sp>
    <dsp:sp modelId="{F5C759D9-0021-4C8D-ACFB-2009DE4B58BA}">
      <dsp:nvSpPr>
        <dsp:cNvPr id="0" name=""/>
        <dsp:cNvSpPr/>
      </dsp:nvSpPr>
      <dsp:spPr>
        <a:xfrm>
          <a:off x="4844094" y="4778859"/>
          <a:ext cx="9512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51206" y="45720"/>
              </a:lnTo>
            </a:path>
          </a:pathLst>
        </a:custGeom>
        <a:noFill/>
        <a:ln w="38100" cap="flat" cmpd="sng" algn="ctr">
          <a:solidFill>
            <a:schemeClr val="accent3"/>
          </a:solidFill>
          <a:prstDash val="solid"/>
          <a:tailEnd type="arrow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5295152" y="4819670"/>
        <a:ext cx="49090" cy="9818"/>
      </dsp:txXfrm>
    </dsp:sp>
    <dsp:sp modelId="{17D133BE-FE7B-4F79-A92A-15BB63A8E172}">
      <dsp:nvSpPr>
        <dsp:cNvPr id="0" name=""/>
        <dsp:cNvSpPr/>
      </dsp:nvSpPr>
      <dsp:spPr>
        <a:xfrm>
          <a:off x="577171" y="3543962"/>
          <a:ext cx="4268722" cy="2561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Tim TI </a:t>
          </a:r>
          <a:r>
            <a:rPr lang="en-US" sz="2600" kern="1200" dirty="0" err="1"/>
            <a:t>melakukan</a:t>
          </a:r>
          <a:r>
            <a:rPr lang="en-US" sz="2600" kern="1200" dirty="0"/>
            <a:t> </a:t>
          </a:r>
          <a:r>
            <a:rPr lang="en-US" sz="2600" kern="1200" dirty="0" err="1"/>
            <a:t>konfirmasi</a:t>
          </a:r>
          <a:r>
            <a:rPr lang="en-US" sz="2600" kern="1200" dirty="0"/>
            <a:t> </a:t>
          </a:r>
          <a:r>
            <a:rPr lang="en-US" sz="2600" kern="1200" dirty="0" err="1"/>
            <a:t>kepada</a:t>
          </a:r>
          <a:r>
            <a:rPr lang="en-US" sz="2600" kern="1200" dirty="0"/>
            <a:t> </a:t>
          </a:r>
          <a:r>
            <a:rPr lang="en-US" sz="2600" kern="1200" dirty="0" err="1"/>
            <a:t>pelapor</a:t>
          </a:r>
          <a:r>
            <a:rPr lang="en-US" sz="2600" kern="1200" dirty="0"/>
            <a:t> </a:t>
          </a:r>
          <a:r>
            <a:rPr lang="en-US" sz="2600" kern="1200" dirty="0" err="1"/>
            <a:t>jika</a:t>
          </a:r>
          <a:r>
            <a:rPr lang="en-US" sz="2600" kern="1200" dirty="0"/>
            <a:t> </a:t>
          </a:r>
          <a:r>
            <a:rPr lang="en-US" sz="2600" kern="1200" dirty="0" err="1"/>
            <a:t>permasalahan</a:t>
          </a:r>
          <a:r>
            <a:rPr lang="en-US" sz="2600" kern="1200" dirty="0"/>
            <a:t> </a:t>
          </a:r>
          <a:r>
            <a:rPr lang="en-US" sz="2600" kern="1200" dirty="0" err="1"/>
            <a:t>sudah</a:t>
          </a:r>
          <a:r>
            <a:rPr lang="en-US" sz="2600" kern="1200" dirty="0"/>
            <a:t> </a:t>
          </a:r>
          <a:r>
            <a:rPr lang="en-US" sz="2600" kern="1200" dirty="0" err="1"/>
            <a:t>selesai</a:t>
          </a:r>
          <a:r>
            <a:rPr lang="en-US" sz="2600" kern="1200" dirty="0"/>
            <a:t> </a:t>
          </a:r>
          <a:r>
            <a:rPr lang="en-US" sz="2600" kern="1200" dirty="0" err="1"/>
            <a:t>ditangani</a:t>
          </a:r>
          <a:r>
            <a:rPr lang="en-US" sz="2600" kern="1200" dirty="0"/>
            <a:t> </a:t>
          </a:r>
          <a:r>
            <a:rPr lang="en-US" sz="2600" kern="1200" dirty="0" err="1"/>
            <a:t>melalui</a:t>
          </a:r>
          <a:r>
            <a:rPr lang="en-US" sz="2600" kern="1200" dirty="0"/>
            <a:t> </a:t>
          </a:r>
          <a:r>
            <a:rPr lang="en-US" sz="2600" kern="1200" dirty="0" err="1"/>
            <a:t>komentar</a:t>
          </a:r>
          <a:r>
            <a:rPr lang="en-US" sz="2600" kern="1200" dirty="0"/>
            <a:t> pada </a:t>
          </a:r>
          <a:r>
            <a:rPr lang="en-US" sz="2600" kern="1200" dirty="0" err="1"/>
            <a:t>tiket</a:t>
          </a:r>
          <a:endParaRPr lang="en-ID" sz="2600" kern="1200" dirty="0"/>
        </a:p>
      </dsp:txBody>
      <dsp:txXfrm>
        <a:off x="577171" y="3543962"/>
        <a:ext cx="4268722" cy="2561233"/>
      </dsp:txXfrm>
    </dsp:sp>
    <dsp:sp modelId="{9514E902-7665-48FD-BEC5-14F062A20B3F}">
      <dsp:nvSpPr>
        <dsp:cNvPr id="0" name=""/>
        <dsp:cNvSpPr/>
      </dsp:nvSpPr>
      <dsp:spPr>
        <a:xfrm>
          <a:off x="10094623" y="4778859"/>
          <a:ext cx="9512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51206" y="45720"/>
              </a:lnTo>
            </a:path>
          </a:pathLst>
        </a:custGeom>
        <a:noFill/>
        <a:ln w="38100" cap="flat" cmpd="sng" algn="ctr">
          <a:solidFill>
            <a:schemeClr val="accent3"/>
          </a:solidFill>
          <a:prstDash val="solid"/>
          <a:tailEnd type="arrow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10545681" y="4819670"/>
        <a:ext cx="49090" cy="9818"/>
      </dsp:txXfrm>
    </dsp:sp>
    <dsp:sp modelId="{6DE5D0D6-FC0A-4147-ABDA-200BB5A3972B}">
      <dsp:nvSpPr>
        <dsp:cNvPr id="0" name=""/>
        <dsp:cNvSpPr/>
      </dsp:nvSpPr>
      <dsp:spPr>
        <a:xfrm>
          <a:off x="5827700" y="3543962"/>
          <a:ext cx="4268722" cy="2561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Pelapor</a:t>
          </a:r>
          <a:r>
            <a:rPr lang="en-US" sz="2600" kern="1200" dirty="0"/>
            <a:t> </a:t>
          </a:r>
          <a:r>
            <a:rPr lang="en-US" sz="2600" kern="1200" dirty="0" err="1"/>
            <a:t>melakukan</a:t>
          </a:r>
          <a:r>
            <a:rPr lang="en-US" sz="2600" kern="1200" dirty="0"/>
            <a:t> </a:t>
          </a:r>
          <a:r>
            <a:rPr lang="en-US" sz="2600" kern="1200" dirty="0" err="1"/>
            <a:t>validasi</a:t>
          </a:r>
          <a:r>
            <a:rPr lang="en-US" sz="2600" kern="1200" dirty="0"/>
            <a:t> </a:t>
          </a:r>
          <a:r>
            <a:rPr lang="en-US" sz="2600" kern="1200" dirty="0" err="1"/>
            <a:t>terhadap</a:t>
          </a:r>
          <a:r>
            <a:rPr lang="en-US" sz="2600" kern="1200" dirty="0"/>
            <a:t> </a:t>
          </a:r>
          <a:r>
            <a:rPr lang="en-US" sz="2600" kern="1200" dirty="0" err="1"/>
            <a:t>hasil</a:t>
          </a:r>
          <a:r>
            <a:rPr lang="en-US" sz="2600" kern="1200" dirty="0"/>
            <a:t> </a:t>
          </a:r>
          <a:r>
            <a:rPr lang="en-US" sz="2600" kern="1200" dirty="0" err="1"/>
            <a:t>tindak</a:t>
          </a:r>
          <a:r>
            <a:rPr lang="en-US" sz="2600" kern="1200" dirty="0"/>
            <a:t> </a:t>
          </a:r>
          <a:r>
            <a:rPr lang="en-US" sz="2600" kern="1200" dirty="0" err="1"/>
            <a:t>lanjut</a:t>
          </a:r>
          <a:r>
            <a:rPr lang="en-US" sz="2600" kern="1200" dirty="0"/>
            <a:t> dan </a:t>
          </a:r>
          <a:r>
            <a:rPr lang="en-US" sz="2600" kern="1200" dirty="0" err="1"/>
            <a:t>melakukan</a:t>
          </a:r>
          <a:r>
            <a:rPr lang="en-US" sz="2600" kern="1200" dirty="0"/>
            <a:t> </a:t>
          </a:r>
          <a:r>
            <a:rPr lang="en-US" sz="2600" kern="1200" dirty="0" err="1"/>
            <a:t>konfirmasi</a:t>
          </a:r>
          <a:r>
            <a:rPr lang="en-US" sz="2600" kern="1200" dirty="0"/>
            <a:t> </a:t>
          </a:r>
          <a:r>
            <a:rPr lang="en-US" sz="2600" kern="1200" dirty="0" err="1"/>
            <a:t>melalui</a:t>
          </a:r>
          <a:r>
            <a:rPr lang="en-US" sz="2600" kern="1200" dirty="0"/>
            <a:t> </a:t>
          </a:r>
          <a:r>
            <a:rPr lang="en-US" sz="2600" kern="1200" dirty="0" err="1"/>
            <a:t>komentar</a:t>
          </a:r>
          <a:r>
            <a:rPr lang="en-US" sz="2600" kern="1200" dirty="0"/>
            <a:t> </a:t>
          </a:r>
          <a:r>
            <a:rPr lang="en-US" sz="2600" kern="1200" dirty="0" err="1"/>
            <a:t>tiket</a:t>
          </a:r>
          <a:r>
            <a:rPr lang="en-US" sz="2600" kern="1200" dirty="0"/>
            <a:t> </a:t>
          </a:r>
          <a:r>
            <a:rPr lang="en-US" sz="2600" kern="1200" dirty="0" err="1"/>
            <a:t>jika</a:t>
          </a:r>
          <a:r>
            <a:rPr lang="en-US" sz="2600" kern="1200" dirty="0"/>
            <a:t> </a:t>
          </a:r>
          <a:r>
            <a:rPr lang="en-US" sz="2600" kern="1200" dirty="0" err="1"/>
            <a:t>permasalahan</a:t>
          </a:r>
          <a:r>
            <a:rPr lang="en-US" sz="2600" kern="1200" dirty="0"/>
            <a:t> </a:t>
          </a:r>
          <a:r>
            <a:rPr lang="en-US" sz="2600" kern="1200" dirty="0" err="1"/>
            <a:t>sudah</a:t>
          </a:r>
          <a:r>
            <a:rPr lang="en-US" sz="2600" kern="1200" dirty="0"/>
            <a:t> </a:t>
          </a:r>
          <a:r>
            <a:rPr lang="en-US" sz="2600" kern="1200" dirty="0" err="1"/>
            <a:t>teratasi</a:t>
          </a:r>
          <a:endParaRPr lang="en-ID" sz="2600" kern="1200" dirty="0"/>
        </a:p>
      </dsp:txBody>
      <dsp:txXfrm>
        <a:off x="5827700" y="3543962"/>
        <a:ext cx="4268722" cy="2561233"/>
      </dsp:txXfrm>
    </dsp:sp>
    <dsp:sp modelId="{669E60F9-249D-4149-ADF3-0B224F6067E0}">
      <dsp:nvSpPr>
        <dsp:cNvPr id="0" name=""/>
        <dsp:cNvSpPr/>
      </dsp:nvSpPr>
      <dsp:spPr>
        <a:xfrm>
          <a:off x="11078229" y="3543962"/>
          <a:ext cx="4268722" cy="2561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TIM TI </a:t>
          </a:r>
          <a:r>
            <a:rPr lang="en-US" sz="2600" kern="1200" dirty="0" err="1"/>
            <a:t>melakukan</a:t>
          </a:r>
          <a:r>
            <a:rPr lang="en-US" sz="2600" kern="1200" dirty="0"/>
            <a:t> Closing pada </a:t>
          </a:r>
          <a:r>
            <a:rPr lang="en-US" sz="2600" kern="1200" dirty="0" err="1"/>
            <a:t>tiket</a:t>
          </a:r>
          <a:endParaRPr lang="en-ID" sz="2600" kern="1200" dirty="0"/>
        </a:p>
      </dsp:txBody>
      <dsp:txXfrm>
        <a:off x="11078229" y="3543962"/>
        <a:ext cx="4268722" cy="2561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0633A-BD19-4A43-A4F1-7A5A02F81231}" type="datetimeFigureOut">
              <a:rPr lang="en-ID" smtClean="0"/>
              <a:t>25/02/2026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E6803-B32E-4C60-8A41-6DC1CA4DE9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979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8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8C297-729A-F6DB-F405-7A536EEAF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0" y="3467100"/>
            <a:ext cx="5867400" cy="586740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 rot="-10800000">
            <a:off x="10608738" y="3039696"/>
            <a:ext cx="7679262" cy="7247304"/>
          </a:xfrm>
          <a:custGeom>
            <a:avLst/>
            <a:gdLst/>
            <a:ahLst/>
            <a:cxnLst/>
            <a:rect l="l" t="t" r="r" b="b"/>
            <a:pathLst>
              <a:path w="7679262" h="7247304">
                <a:moveTo>
                  <a:pt x="0" y="0"/>
                </a:moveTo>
                <a:lnTo>
                  <a:pt x="7679262" y="0"/>
                </a:lnTo>
                <a:lnTo>
                  <a:pt x="7679262" y="7247304"/>
                </a:lnTo>
                <a:lnTo>
                  <a:pt x="0" y="7247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1028700" y="813452"/>
            <a:ext cx="4641397" cy="836472"/>
          </a:xfrm>
          <a:custGeom>
            <a:avLst/>
            <a:gdLst/>
            <a:ahLst/>
            <a:cxnLst/>
            <a:rect l="l" t="t" r="r" b="b"/>
            <a:pathLst>
              <a:path w="4641397" h="836472">
                <a:moveTo>
                  <a:pt x="0" y="0"/>
                </a:moveTo>
                <a:lnTo>
                  <a:pt x="4641397" y="0"/>
                </a:lnTo>
                <a:lnTo>
                  <a:pt x="4641397" y="836472"/>
                </a:lnTo>
                <a:lnTo>
                  <a:pt x="0" y="836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1028700" y="8433196"/>
            <a:ext cx="17259300" cy="732773"/>
            <a:chOff x="0" y="0"/>
            <a:chExt cx="23012400" cy="97703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2247900"/>
            <a:ext cx="7710776" cy="364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0"/>
              </a:lnSpc>
            </a:pPr>
            <a:r>
              <a:rPr lang="en-US" sz="4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IMPLEMENTASI APLIKASI HELPDESK </a:t>
            </a:r>
          </a:p>
          <a:p>
            <a:pPr algn="l">
              <a:lnSpc>
                <a:spcPts val="10120"/>
              </a:lnSpc>
            </a:pPr>
            <a:r>
              <a:rPr lang="en-US" sz="4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DIVISI OPERASIONAL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9C705-D74B-03AE-AC9D-3E71EF9859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4730" y="5968978"/>
            <a:ext cx="3959832" cy="3959832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-7103" y="6844606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8" name="Group 8"/>
          <p:cNvGrpSpPr/>
          <p:nvPr/>
        </p:nvGrpSpPr>
        <p:grpSpPr>
          <a:xfrm>
            <a:off x="1523578" y="1937401"/>
            <a:ext cx="789140" cy="7891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13194" y="1937401"/>
            <a:ext cx="789140" cy="7891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23578" y="3417038"/>
            <a:ext cx="789140" cy="7891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13194" y="3417038"/>
            <a:ext cx="789140" cy="78914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23578" y="4896674"/>
            <a:ext cx="789140" cy="78914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13194" y="4896674"/>
            <a:ext cx="789140" cy="78914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5400000">
            <a:off x="6864892" y="8146877"/>
            <a:ext cx="443954" cy="937106"/>
          </a:xfrm>
          <a:custGeom>
            <a:avLst/>
            <a:gdLst/>
            <a:ahLst/>
            <a:cxnLst/>
            <a:rect l="l" t="t" r="r" b="b"/>
            <a:pathLst>
              <a:path w="443954" h="937106">
                <a:moveTo>
                  <a:pt x="0" y="0"/>
                </a:moveTo>
                <a:lnTo>
                  <a:pt x="443954" y="0"/>
                </a:lnTo>
                <a:lnTo>
                  <a:pt x="443954" y="937106"/>
                </a:lnTo>
                <a:lnTo>
                  <a:pt x="0" y="937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1" name="TextBox 31"/>
          <p:cNvSpPr txBox="1"/>
          <p:nvPr/>
        </p:nvSpPr>
        <p:spPr>
          <a:xfrm>
            <a:off x="1642072" y="2017695"/>
            <a:ext cx="552151" cy="5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1688" y="2017695"/>
            <a:ext cx="552151" cy="5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42072" y="3497332"/>
            <a:ext cx="552151" cy="5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31688" y="3497332"/>
            <a:ext cx="552151" cy="5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42072" y="4976969"/>
            <a:ext cx="552151" cy="5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31688" y="4976969"/>
            <a:ext cx="552151" cy="54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608645" y="2078020"/>
            <a:ext cx="2820928" cy="87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KONDISI HELPDESK EKSISTING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29600" y="3577980"/>
            <a:ext cx="3976454" cy="42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ALUR PROSES APLIKASI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66024" y="3577980"/>
            <a:ext cx="4056874" cy="42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PERMASALAHAN HELPDESK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30312" y="5024594"/>
            <a:ext cx="4187831" cy="42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MANFAAT APLIKASI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08645" y="5024594"/>
            <a:ext cx="3511425" cy="42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 SAMBATAN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97609" y="2090185"/>
            <a:ext cx="3976454" cy="42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RUANG LINGKUP APLIKASI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28700" y="9583984"/>
            <a:ext cx="17259300" cy="732773"/>
            <a:chOff x="0" y="0"/>
            <a:chExt cx="23012400" cy="97703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9" name="Group 23">
            <a:extLst>
              <a:ext uri="{FF2B5EF4-FFF2-40B4-BE49-F238E27FC236}">
                <a16:creationId xmlns:a16="http://schemas.microsoft.com/office/drawing/2014/main" id="{D0801B12-37A1-3A54-3B2A-47BE00D70F74}"/>
              </a:ext>
            </a:extLst>
          </p:cNvPr>
          <p:cNvGrpSpPr/>
          <p:nvPr/>
        </p:nvGrpSpPr>
        <p:grpSpPr>
          <a:xfrm>
            <a:off x="12714628" y="1932070"/>
            <a:ext cx="789140" cy="789140"/>
            <a:chOff x="0" y="0"/>
            <a:chExt cx="812800" cy="812800"/>
          </a:xfrm>
        </p:grpSpPr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EE4AF828-91F5-B917-090B-5E0003F7CE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1" name="TextBox 25">
              <a:extLst>
                <a:ext uri="{FF2B5EF4-FFF2-40B4-BE49-F238E27FC236}">
                  <a16:creationId xmlns:a16="http://schemas.microsoft.com/office/drawing/2014/main" id="{39042588-5BF0-934D-E7BE-41552B05663D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2" name="TextBox 36">
            <a:extLst>
              <a:ext uri="{FF2B5EF4-FFF2-40B4-BE49-F238E27FC236}">
                <a16:creationId xmlns:a16="http://schemas.microsoft.com/office/drawing/2014/main" id="{CF4C51BD-CDB6-5021-8214-1CD2BBC60F1D}"/>
              </a:ext>
            </a:extLst>
          </p:cNvPr>
          <p:cNvSpPr txBox="1"/>
          <p:nvPr/>
        </p:nvSpPr>
        <p:spPr>
          <a:xfrm>
            <a:off x="12833122" y="2012365"/>
            <a:ext cx="552151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id="53" name="TextBox 40">
            <a:extLst>
              <a:ext uri="{FF2B5EF4-FFF2-40B4-BE49-F238E27FC236}">
                <a16:creationId xmlns:a16="http://schemas.microsoft.com/office/drawing/2014/main" id="{9B0C8540-EE1C-35D1-0DE7-D42FE27863CB}"/>
              </a:ext>
            </a:extLst>
          </p:cNvPr>
          <p:cNvSpPr txBox="1"/>
          <p:nvPr/>
        </p:nvSpPr>
        <p:spPr>
          <a:xfrm>
            <a:off x="13831746" y="2059990"/>
            <a:ext cx="4187831" cy="42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KOMITMEN PENGGUNAAN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2449780" y="-794200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TextBox 4"/>
          <p:cNvSpPr txBox="1"/>
          <p:nvPr/>
        </p:nvSpPr>
        <p:spPr>
          <a:xfrm>
            <a:off x="1118584" y="200657"/>
            <a:ext cx="9655441" cy="90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44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KONDISI HELPDESK EKSISTING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1E69635B-ADA5-7E19-FA60-990F4A84BDC7}"/>
              </a:ext>
            </a:extLst>
          </p:cNvPr>
          <p:cNvGrpSpPr/>
          <p:nvPr/>
        </p:nvGrpSpPr>
        <p:grpSpPr>
          <a:xfrm>
            <a:off x="1028700" y="1876334"/>
            <a:ext cx="6976400" cy="3648655"/>
            <a:chOff x="0" y="0"/>
            <a:chExt cx="812800" cy="1234441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7D434E74-BC9A-8158-3695-F4BCE9504ACB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A171CC76-9342-42E9-0C65-C89B57AC3272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5" name="Group 10">
            <a:extLst>
              <a:ext uri="{FF2B5EF4-FFF2-40B4-BE49-F238E27FC236}">
                <a16:creationId xmlns:a16="http://schemas.microsoft.com/office/drawing/2014/main" id="{94437EB3-83F6-2CB3-47DD-EA731647DE06}"/>
              </a:ext>
            </a:extLst>
          </p:cNvPr>
          <p:cNvGrpSpPr/>
          <p:nvPr/>
        </p:nvGrpSpPr>
        <p:grpSpPr>
          <a:xfrm>
            <a:off x="4020916" y="1341954"/>
            <a:ext cx="991968" cy="991968"/>
            <a:chOff x="0" y="0"/>
            <a:chExt cx="812800" cy="812800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472F69DE-9270-331B-A678-3A367C951C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8176FEBE-4FF8-832D-1479-58E6ED579D17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8" name="TextBox 13">
            <a:extLst>
              <a:ext uri="{FF2B5EF4-FFF2-40B4-BE49-F238E27FC236}">
                <a16:creationId xmlns:a16="http://schemas.microsoft.com/office/drawing/2014/main" id="{8BB3D1AF-488A-4B8A-777C-4D862BE44CBF}"/>
              </a:ext>
            </a:extLst>
          </p:cNvPr>
          <p:cNvSpPr txBox="1"/>
          <p:nvPr/>
        </p:nvSpPr>
        <p:spPr>
          <a:xfrm>
            <a:off x="4160512" y="1512249"/>
            <a:ext cx="694068" cy="6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28DB41B3-7EA9-5103-657C-5A34A2FCF0B0}"/>
              </a:ext>
            </a:extLst>
          </p:cNvPr>
          <p:cNvSpPr txBox="1"/>
          <p:nvPr/>
        </p:nvSpPr>
        <p:spPr>
          <a:xfrm>
            <a:off x="2737636" y="2437997"/>
            <a:ext cx="335151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Cara </a:t>
            </a:r>
            <a:r>
              <a:rPr lang="en-US" sz="3142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Pelaporan</a:t>
            </a:r>
            <a:endParaRPr lang="en-US" sz="3142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139FB6C2-2CFE-E69F-C6A5-760404AA60DC}"/>
              </a:ext>
            </a:extLst>
          </p:cNvPr>
          <p:cNvSpPr txBox="1"/>
          <p:nvPr/>
        </p:nvSpPr>
        <p:spPr>
          <a:xfrm>
            <a:off x="983860" y="3302714"/>
            <a:ext cx="6868840" cy="22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1392" lvl="1">
              <a:lnSpc>
                <a:spcPts val="3519"/>
              </a:lnSpc>
            </a:pP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Pelaporan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operasional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CBS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masih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pesan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pribadi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Whatsapp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Telegram,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Telepon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Dll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" name="Group 7">
            <a:extLst>
              <a:ext uri="{FF2B5EF4-FFF2-40B4-BE49-F238E27FC236}">
                <a16:creationId xmlns:a16="http://schemas.microsoft.com/office/drawing/2014/main" id="{DFEEF229-C81B-2507-CDC9-66EFB06232C2}"/>
              </a:ext>
            </a:extLst>
          </p:cNvPr>
          <p:cNvGrpSpPr/>
          <p:nvPr/>
        </p:nvGrpSpPr>
        <p:grpSpPr>
          <a:xfrm>
            <a:off x="8985012" y="1876334"/>
            <a:ext cx="6976400" cy="7129453"/>
            <a:chOff x="0" y="0"/>
            <a:chExt cx="812800" cy="1234441"/>
          </a:xfrm>
        </p:grpSpPr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5C509B49-7447-3708-4174-86A145681458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TextBox 9">
              <a:extLst>
                <a:ext uri="{FF2B5EF4-FFF2-40B4-BE49-F238E27FC236}">
                  <a16:creationId xmlns:a16="http://schemas.microsoft.com/office/drawing/2014/main" id="{305F9FE9-ED09-B6AE-69D6-1E7F0619F37A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4" name="Group 10">
            <a:extLst>
              <a:ext uri="{FF2B5EF4-FFF2-40B4-BE49-F238E27FC236}">
                <a16:creationId xmlns:a16="http://schemas.microsoft.com/office/drawing/2014/main" id="{914441D7-28DE-F08C-0484-45F58466802D}"/>
              </a:ext>
            </a:extLst>
          </p:cNvPr>
          <p:cNvGrpSpPr/>
          <p:nvPr/>
        </p:nvGrpSpPr>
        <p:grpSpPr>
          <a:xfrm>
            <a:off x="11986582" y="1305771"/>
            <a:ext cx="991968" cy="991968"/>
            <a:chOff x="0" y="0"/>
            <a:chExt cx="812800" cy="812800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39ED204F-309E-F99A-E34D-D331A29BA2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B899B279-2801-2C7B-DB82-28D671A3F273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B7559DA6-E9D8-3464-C18D-86926E3A133F}"/>
              </a:ext>
            </a:extLst>
          </p:cNvPr>
          <p:cNvSpPr txBox="1"/>
          <p:nvPr/>
        </p:nvSpPr>
        <p:spPr>
          <a:xfrm>
            <a:off x="12126178" y="1476066"/>
            <a:ext cx="694068" cy="64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4FC3E83D-1A44-DBD4-39D3-DD1221684319}"/>
              </a:ext>
            </a:extLst>
          </p:cNvPr>
          <p:cNvSpPr txBox="1"/>
          <p:nvPr/>
        </p:nvSpPr>
        <p:spPr>
          <a:xfrm>
            <a:off x="10774025" y="2409774"/>
            <a:ext cx="335151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Dampak</a:t>
            </a:r>
            <a:endParaRPr lang="en-US" sz="3142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F80C32D9-5D5D-28B7-D7C6-5A5977C50B95}"/>
              </a:ext>
            </a:extLst>
          </p:cNvPr>
          <p:cNvSpPr txBox="1"/>
          <p:nvPr/>
        </p:nvSpPr>
        <p:spPr>
          <a:xfrm>
            <a:off x="9015360" y="3122251"/>
            <a:ext cx="6868840" cy="5364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Pelaporan</a:t>
            </a:r>
            <a:r>
              <a:rPr lang="en-US" sz="28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gangguan</a:t>
            </a:r>
            <a:r>
              <a:rPr lang="en-US" sz="28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tedokumentasi</a:t>
            </a:r>
            <a:r>
              <a:rPr lang="en-US" sz="28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dengan</a:t>
            </a:r>
            <a:r>
              <a:rPr lang="en-US" sz="28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baik</a:t>
            </a:r>
            <a:endParaRPr lang="en-US" sz="28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Sulit tracking progress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pelaporan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gangguan</a:t>
            </a:r>
            <a:endParaRPr lang="en-ID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Pelaporan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gangguan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diaudit</a:t>
            </a:r>
            <a:endParaRPr lang="en-ID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Tidak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ada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laporan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statistik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laporan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gangguan</a:t>
            </a:r>
            <a:endParaRPr lang="en-ID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Masalah yang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terus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terulang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karena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tidak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dianalisa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dilakukan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mitigasi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2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800" dirty="0" err="1">
                <a:latin typeface="Poppins" panose="00000500000000000000" pitchFamily="2" charset="0"/>
                <a:cs typeface="Poppins" panose="00000500000000000000" pitchFamily="2" charset="0"/>
              </a:rPr>
              <a:t>baik</a:t>
            </a:r>
            <a:endParaRPr lang="en-ID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>
            <a:off x="12449780" y="-794200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0800000">
            <a:off x="12560863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0" y="0"/>
                </a:moveTo>
                <a:lnTo>
                  <a:pt x="5727137" y="0"/>
                </a:lnTo>
                <a:lnTo>
                  <a:pt x="5727137" y="5404986"/>
                </a:lnTo>
                <a:lnTo>
                  <a:pt x="0" y="540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1028700" y="1085850"/>
            <a:ext cx="8812607" cy="2030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6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PERMASALAHAN HELPDESK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0926" y="4000500"/>
            <a:ext cx="8246263" cy="401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pencatatan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prioritas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penanganan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analisis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terhadap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berulang</a:t>
            </a:r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histori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penanganan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Sulit di Audit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Beban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kerja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Tim TI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terukur</a:t>
            </a:r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51FAE-01E4-8143-029F-EC27298A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93250FD-218F-4F37-FB3E-BF9EC07195DC}"/>
              </a:ext>
            </a:extLst>
          </p:cNvPr>
          <p:cNvSpPr/>
          <p:nvPr/>
        </p:nvSpPr>
        <p:spPr>
          <a:xfrm rot="-10800000">
            <a:off x="12449780" y="-794200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CA1EAA3-D31B-1818-1DB2-0892487A729E}"/>
              </a:ext>
            </a:extLst>
          </p:cNvPr>
          <p:cNvSpPr/>
          <p:nvPr/>
        </p:nvSpPr>
        <p:spPr>
          <a:xfrm rot="-10800000">
            <a:off x="12560863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0" y="0"/>
                </a:moveTo>
                <a:lnTo>
                  <a:pt x="5727137" y="0"/>
                </a:lnTo>
                <a:lnTo>
                  <a:pt x="5727137" y="5404986"/>
                </a:lnTo>
                <a:lnTo>
                  <a:pt x="0" y="540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1156ADC-B966-F447-4BB5-1E6EF0477E42}"/>
              </a:ext>
            </a:extLst>
          </p:cNvPr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B06E9014-54D0-B9FD-9817-82C322567BE3}"/>
                </a:ext>
              </a:extLst>
            </p:cNvPr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A0521C0-EF42-D3A1-6DC7-C83C806180E6}"/>
                  </a:ext>
                </a:extLst>
              </p:cNvPr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768774B-05DA-CDC5-62C7-03416DCE20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0924972-3BF8-5C9C-6603-BF4AFCB83F62}"/>
                </a:ext>
              </a:extLst>
            </p:cNvPr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EB4FB231-9A66-9E22-6FBE-4D468121A29A}"/>
              </a:ext>
            </a:extLst>
          </p:cNvPr>
          <p:cNvSpPr txBox="1"/>
          <p:nvPr/>
        </p:nvSpPr>
        <p:spPr>
          <a:xfrm>
            <a:off x="992380" y="287872"/>
            <a:ext cx="12256477" cy="1973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6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APLIKASI SAMBATAN</a:t>
            </a:r>
          </a:p>
          <a:p>
            <a:pPr algn="l">
              <a:lnSpc>
                <a:spcPts val="8470"/>
              </a:lnSpc>
            </a:pPr>
            <a:r>
              <a:rPr lang="en-US" sz="32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(SISTEM APLIKASI MANAJEMEN BANTUAN OPERASIONAL)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A0F8255-5908-823F-2A82-990BE33EA267}"/>
              </a:ext>
            </a:extLst>
          </p:cNvPr>
          <p:cNvSpPr txBox="1"/>
          <p:nvPr/>
        </p:nvSpPr>
        <p:spPr>
          <a:xfrm>
            <a:off x="1028700" y="2708942"/>
            <a:ext cx="16459200" cy="5363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SAMBATAN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Adalah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helpdesk / ticketing system yang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oleh Divisi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Operasional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PT BPR BKK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Jateng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Perseroda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melakukan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pengelolaan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laporan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terhadap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aktivitas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operasional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CBS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terstruktur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terdokumentasi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terukur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mencakup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proses :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Pembuatan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oleh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pengguna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Penanganan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oleh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Proses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komunikasi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arah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Monitoring status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Penyelesaian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penutupan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Dokumentasi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riwayat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16093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BD9FA-B16A-1364-8471-DD0D6352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B1E0A97-39A2-8005-FCD2-41A88D2A5E0A}"/>
              </a:ext>
            </a:extLst>
          </p:cNvPr>
          <p:cNvSpPr/>
          <p:nvPr/>
        </p:nvSpPr>
        <p:spPr>
          <a:xfrm rot="-10800000">
            <a:off x="12449780" y="-794200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FBD8176-2C1C-A25F-F083-27DF666675B7}"/>
              </a:ext>
            </a:extLst>
          </p:cNvPr>
          <p:cNvSpPr/>
          <p:nvPr/>
        </p:nvSpPr>
        <p:spPr>
          <a:xfrm rot="-10800000">
            <a:off x="12560863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0" y="0"/>
                </a:moveTo>
                <a:lnTo>
                  <a:pt x="5727137" y="0"/>
                </a:lnTo>
                <a:lnTo>
                  <a:pt x="5727137" y="5404986"/>
                </a:lnTo>
                <a:lnTo>
                  <a:pt x="0" y="540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3FA9302-613C-80DC-9937-B05C1CFC0281}"/>
              </a:ext>
            </a:extLst>
          </p:cNvPr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74132DAE-0565-E54D-33B4-675B10D8AE22}"/>
                </a:ext>
              </a:extLst>
            </p:cNvPr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605A001F-8878-9BBA-4ACB-7668E9CFD98E}"/>
                  </a:ext>
                </a:extLst>
              </p:cNvPr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0EFFC08-21B9-1C05-86C9-FB86DCD10F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E32CCE6-F8FB-1409-2056-484E636FCF3C}"/>
                </a:ext>
              </a:extLst>
            </p:cNvPr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52CF1697-59AA-3BC5-94CF-19622A01C443}"/>
              </a:ext>
            </a:extLst>
          </p:cNvPr>
          <p:cNvSpPr txBox="1"/>
          <p:nvPr/>
        </p:nvSpPr>
        <p:spPr>
          <a:xfrm>
            <a:off x="1028700" y="1143320"/>
            <a:ext cx="12256477" cy="940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6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RUANG LINGKUP APLIKASI</a:t>
            </a:r>
            <a:endParaRPr lang="en-US" sz="3200" dirty="0">
              <a:solidFill>
                <a:srgbClr val="0078A4"/>
              </a:solidFill>
              <a:latin typeface="Bernoru"/>
              <a:ea typeface="Bernoru"/>
              <a:cs typeface="Bernoru"/>
              <a:sym typeface="Bernoru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08E6383E-3829-CBCC-CE23-E709D0BFD376}"/>
              </a:ext>
            </a:extLst>
          </p:cNvPr>
          <p:cNvSpPr txBox="1"/>
          <p:nvPr/>
        </p:nvSpPr>
        <p:spPr>
          <a:xfrm>
            <a:off x="1028700" y="2476500"/>
            <a:ext cx="16459200" cy="3568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SAMBATAN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memiliki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ruang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lingkup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sebagai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berikut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:</a:t>
            </a:r>
          </a:p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Pelaporan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perangkat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keras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(hardware)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Pelaporan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perangkat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lunak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(software)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Pelaporan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infrastruktur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jaringan</a:t>
            </a:r>
            <a:endParaRPr lang="en-US" sz="24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Pelaporan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CBS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Permintaan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 dan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koreksi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</a:t>
            </a:r>
          </a:p>
          <a:p>
            <a:pPr marL="342900" indent="-3429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Layanan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Digital (Merchant QRIS, Branchless dan Virtual Account)</a:t>
            </a:r>
          </a:p>
        </p:txBody>
      </p:sp>
    </p:spTree>
    <p:extLst>
      <p:ext uri="{BB962C8B-B14F-4D97-AF65-F5344CB8AC3E}">
        <p14:creationId xmlns:p14="http://schemas.microsoft.com/office/powerpoint/2010/main" val="992184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F776D-4DE1-4A07-67AD-3DC888EE0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7DB3182-78CC-1D72-0B12-0ED7C1B2F8AA}"/>
              </a:ext>
            </a:extLst>
          </p:cNvPr>
          <p:cNvSpPr txBox="1"/>
          <p:nvPr/>
        </p:nvSpPr>
        <p:spPr>
          <a:xfrm>
            <a:off x="1028700" y="647700"/>
            <a:ext cx="13579741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ALUR PROSES APLIKASI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145786-083F-5756-73A1-415A723ABF5D}"/>
              </a:ext>
            </a:extLst>
          </p:cNvPr>
          <p:cNvSpPr/>
          <p:nvPr/>
        </p:nvSpPr>
        <p:spPr>
          <a:xfrm rot="5400000" flipV="1">
            <a:off x="13659944" y="871236"/>
            <a:ext cx="6453602" cy="4711129"/>
          </a:xfrm>
          <a:custGeom>
            <a:avLst/>
            <a:gdLst/>
            <a:ahLst/>
            <a:cxnLst/>
            <a:rect l="l" t="t" r="r" b="b"/>
            <a:pathLst>
              <a:path w="6453602" h="4711129">
                <a:moveTo>
                  <a:pt x="0" y="4711130"/>
                </a:moveTo>
                <a:lnTo>
                  <a:pt x="6453602" y="4711130"/>
                </a:lnTo>
                <a:lnTo>
                  <a:pt x="6453602" y="0"/>
                </a:lnTo>
                <a:lnTo>
                  <a:pt x="0" y="0"/>
                </a:lnTo>
                <a:lnTo>
                  <a:pt x="0" y="47111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F509EC2-6818-2912-FC44-249B2CEDEF17}"/>
              </a:ext>
            </a:extLst>
          </p:cNvPr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5036A5F-29D1-9F4D-F99E-1BD3E93D7D42}"/>
                </a:ext>
              </a:extLst>
            </p:cNvPr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8EAB5B5-C9E4-73AF-666F-199A9FF834C3}"/>
                  </a:ext>
                </a:extLst>
              </p:cNvPr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018FB056-8D77-A794-FB8F-69135F38CF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6948FFB-7792-967D-FE46-07AB2E11CE27}"/>
                </a:ext>
              </a:extLst>
            </p:cNvPr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98960B7-B9C2-B2A9-3555-4148AF414D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240136"/>
              </p:ext>
            </p:extLst>
          </p:nvPr>
        </p:nvGraphicFramePr>
        <p:xfrm>
          <a:off x="381000" y="2218731"/>
          <a:ext cx="15924124" cy="6106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6836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E1D91-77FD-A045-CB9E-ACA46437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CB54B12-FFA7-F1FD-44AA-FFF7107E1D27}"/>
              </a:ext>
            </a:extLst>
          </p:cNvPr>
          <p:cNvSpPr/>
          <p:nvPr/>
        </p:nvSpPr>
        <p:spPr>
          <a:xfrm rot="-10800000">
            <a:off x="12449780" y="-794200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131D0F8-49DD-1377-7131-D4FEA1685D19}"/>
              </a:ext>
            </a:extLst>
          </p:cNvPr>
          <p:cNvSpPr/>
          <p:nvPr/>
        </p:nvSpPr>
        <p:spPr>
          <a:xfrm rot="-10800000">
            <a:off x="12560863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0" y="0"/>
                </a:moveTo>
                <a:lnTo>
                  <a:pt x="5727137" y="0"/>
                </a:lnTo>
                <a:lnTo>
                  <a:pt x="5727137" y="5404986"/>
                </a:lnTo>
                <a:lnTo>
                  <a:pt x="0" y="540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ED785CC-A683-0595-A66F-CB483001C623}"/>
              </a:ext>
            </a:extLst>
          </p:cNvPr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8EEE953-78D3-F439-0E18-741A4F51A4FC}"/>
                </a:ext>
              </a:extLst>
            </p:cNvPr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7BAF0D5E-E082-4181-D2CE-97437601571E}"/>
                  </a:ext>
                </a:extLst>
              </p:cNvPr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4143D9EE-9F28-E15F-72FF-B73D4CB87D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91C95A7-4484-CBE1-03B2-FEFFD6225AC9}"/>
                </a:ext>
              </a:extLst>
            </p:cNvPr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657D110C-BE2F-CA90-A389-1E124340E724}"/>
              </a:ext>
            </a:extLst>
          </p:cNvPr>
          <p:cNvSpPr txBox="1"/>
          <p:nvPr/>
        </p:nvSpPr>
        <p:spPr>
          <a:xfrm>
            <a:off x="1028700" y="1143320"/>
            <a:ext cx="12256477" cy="940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6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MANFAAT APLIKASI</a:t>
            </a:r>
            <a:endParaRPr lang="en-US" sz="3200" dirty="0">
              <a:solidFill>
                <a:srgbClr val="0078A4"/>
              </a:solidFill>
              <a:latin typeface="Bernoru"/>
              <a:ea typeface="Bernoru"/>
              <a:cs typeface="Bernoru"/>
              <a:sym typeface="Bernoru"/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A6A8F493-79C7-C31A-2C22-A0950D3100AA}"/>
              </a:ext>
            </a:extLst>
          </p:cNvPr>
          <p:cNvGrpSpPr/>
          <p:nvPr/>
        </p:nvGrpSpPr>
        <p:grpSpPr>
          <a:xfrm>
            <a:off x="767175" y="2781300"/>
            <a:ext cx="3968087" cy="6026536"/>
            <a:chOff x="0" y="0"/>
            <a:chExt cx="812800" cy="1234441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9DCDA014-0FF5-1B31-C3FE-0AE387E05BC2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96DFEB5-C992-ABAD-05A8-C2F5CD4E96DD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0">
            <a:extLst>
              <a:ext uri="{FF2B5EF4-FFF2-40B4-BE49-F238E27FC236}">
                <a16:creationId xmlns:a16="http://schemas.microsoft.com/office/drawing/2014/main" id="{E30B3DF8-616C-B06E-D0B4-C80FAA0D469C}"/>
              </a:ext>
            </a:extLst>
          </p:cNvPr>
          <p:cNvGrpSpPr/>
          <p:nvPr/>
        </p:nvGrpSpPr>
        <p:grpSpPr>
          <a:xfrm>
            <a:off x="2255234" y="2285316"/>
            <a:ext cx="991968" cy="991968"/>
            <a:chOff x="0" y="0"/>
            <a:chExt cx="812800" cy="812800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7919F4-23AD-C1FD-2BEF-9500842878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F6FF9032-3389-BF74-A245-8BDD76EC28C0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TextBox 13">
            <a:extLst>
              <a:ext uri="{FF2B5EF4-FFF2-40B4-BE49-F238E27FC236}">
                <a16:creationId xmlns:a16="http://schemas.microsoft.com/office/drawing/2014/main" id="{722709D7-AA99-2E53-F4B3-666D5F14103A}"/>
              </a:ext>
            </a:extLst>
          </p:cNvPr>
          <p:cNvSpPr txBox="1"/>
          <p:nvPr/>
        </p:nvSpPr>
        <p:spPr>
          <a:xfrm>
            <a:off x="2404185" y="2389231"/>
            <a:ext cx="694068" cy="6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0BE70414-1EDF-CE53-8006-6BC3FCD83E9E}"/>
              </a:ext>
            </a:extLst>
          </p:cNvPr>
          <p:cNvSpPr txBox="1"/>
          <p:nvPr/>
        </p:nvSpPr>
        <p:spPr>
          <a:xfrm>
            <a:off x="1086853" y="3392572"/>
            <a:ext cx="335151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Efektivitas</a:t>
            </a:r>
            <a:endParaRPr lang="en-US" sz="3142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EA06C900-866C-1385-889C-20448A3EB20C}"/>
              </a:ext>
            </a:extLst>
          </p:cNvPr>
          <p:cNvSpPr txBox="1"/>
          <p:nvPr/>
        </p:nvSpPr>
        <p:spPr>
          <a:xfrm>
            <a:off x="1095265" y="4092116"/>
            <a:ext cx="3343097" cy="356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Mempercepat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proses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penanganan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berdasar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skala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prioritas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pelaporan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hilang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terlewat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2D3A18D0-5ED3-3B83-3389-82BBB1840DAE}"/>
              </a:ext>
            </a:extLst>
          </p:cNvPr>
          <p:cNvGrpSpPr/>
          <p:nvPr/>
        </p:nvGrpSpPr>
        <p:grpSpPr>
          <a:xfrm>
            <a:off x="4939012" y="2701495"/>
            <a:ext cx="3968087" cy="6026536"/>
            <a:chOff x="0" y="0"/>
            <a:chExt cx="812800" cy="1234441"/>
          </a:xfrm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4E29597A-E42B-FEB7-0B3C-6A9FFE9CA3CB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B63E83E7-C0A5-5695-FDEC-4E2A0E0B0183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9" name="Group 10">
            <a:extLst>
              <a:ext uri="{FF2B5EF4-FFF2-40B4-BE49-F238E27FC236}">
                <a16:creationId xmlns:a16="http://schemas.microsoft.com/office/drawing/2014/main" id="{AE29D86A-3F16-6D53-7F1E-FB6F0DD28D4F}"/>
              </a:ext>
            </a:extLst>
          </p:cNvPr>
          <p:cNvGrpSpPr/>
          <p:nvPr/>
        </p:nvGrpSpPr>
        <p:grpSpPr>
          <a:xfrm>
            <a:off x="6427071" y="2231828"/>
            <a:ext cx="991968" cy="991968"/>
            <a:chOff x="0" y="0"/>
            <a:chExt cx="812800" cy="812800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2F2AC89A-A56E-679D-F18F-FDD718005E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F7A5DA8D-C4B3-2912-A403-74253D871761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2" name="TextBox 13">
            <a:extLst>
              <a:ext uri="{FF2B5EF4-FFF2-40B4-BE49-F238E27FC236}">
                <a16:creationId xmlns:a16="http://schemas.microsoft.com/office/drawing/2014/main" id="{91E6E045-7CD1-5203-DF8E-C99C62973F98}"/>
              </a:ext>
            </a:extLst>
          </p:cNvPr>
          <p:cNvSpPr txBox="1"/>
          <p:nvPr/>
        </p:nvSpPr>
        <p:spPr>
          <a:xfrm>
            <a:off x="6576022" y="2335743"/>
            <a:ext cx="694068" cy="64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4EE7AF33-D580-FCA7-EA38-84E2085E7200}"/>
              </a:ext>
            </a:extLst>
          </p:cNvPr>
          <p:cNvSpPr txBox="1"/>
          <p:nvPr/>
        </p:nvSpPr>
        <p:spPr>
          <a:xfrm>
            <a:off x="5258690" y="3339084"/>
            <a:ext cx="335151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Monitoring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CD02A8BA-6670-B28E-73E3-B96DA2B4B949}"/>
              </a:ext>
            </a:extLst>
          </p:cNvPr>
          <p:cNvSpPr txBox="1"/>
          <p:nvPr/>
        </p:nvSpPr>
        <p:spPr>
          <a:xfrm>
            <a:off x="5267102" y="4038628"/>
            <a:ext cx="3343097" cy="4017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 monitoring</a:t>
            </a:r>
          </a:p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Histori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dikonfirmasi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Terdapat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statistik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laporan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" name="Group 7">
            <a:extLst>
              <a:ext uri="{FF2B5EF4-FFF2-40B4-BE49-F238E27FC236}">
                <a16:creationId xmlns:a16="http://schemas.microsoft.com/office/drawing/2014/main" id="{54F8D5E0-D67D-FCD6-3D74-4D864A6C0B74}"/>
              </a:ext>
            </a:extLst>
          </p:cNvPr>
          <p:cNvGrpSpPr/>
          <p:nvPr/>
        </p:nvGrpSpPr>
        <p:grpSpPr>
          <a:xfrm>
            <a:off x="9062669" y="2685692"/>
            <a:ext cx="3968087" cy="6026536"/>
            <a:chOff x="0" y="0"/>
            <a:chExt cx="812800" cy="1234441"/>
          </a:xfrm>
        </p:grpSpPr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E76E9C23-BB7C-9E65-B503-2F3CFC815B32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TextBox 9">
              <a:extLst>
                <a:ext uri="{FF2B5EF4-FFF2-40B4-BE49-F238E27FC236}">
                  <a16:creationId xmlns:a16="http://schemas.microsoft.com/office/drawing/2014/main" id="{36F4F9A0-50AC-AFB7-7C9C-407DECAD9866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8" name="Group 10">
            <a:extLst>
              <a:ext uri="{FF2B5EF4-FFF2-40B4-BE49-F238E27FC236}">
                <a16:creationId xmlns:a16="http://schemas.microsoft.com/office/drawing/2014/main" id="{088C7B3E-A205-35A1-76AE-45E86CA430FC}"/>
              </a:ext>
            </a:extLst>
          </p:cNvPr>
          <p:cNvGrpSpPr/>
          <p:nvPr/>
        </p:nvGrpSpPr>
        <p:grpSpPr>
          <a:xfrm>
            <a:off x="10550728" y="2189708"/>
            <a:ext cx="991968" cy="991968"/>
            <a:chOff x="0" y="0"/>
            <a:chExt cx="812800" cy="812800"/>
          </a:xfrm>
        </p:grpSpPr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6055C11F-A6B8-DEE9-1AD4-F4FC9B80C2A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0" name="TextBox 12">
              <a:extLst>
                <a:ext uri="{FF2B5EF4-FFF2-40B4-BE49-F238E27FC236}">
                  <a16:creationId xmlns:a16="http://schemas.microsoft.com/office/drawing/2014/main" id="{BC016FEA-1E39-6FB8-9E86-062AC31E9200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41" name="TextBox 13">
            <a:extLst>
              <a:ext uri="{FF2B5EF4-FFF2-40B4-BE49-F238E27FC236}">
                <a16:creationId xmlns:a16="http://schemas.microsoft.com/office/drawing/2014/main" id="{D342791A-45D9-B1B1-45A3-1FA53DEF70FE}"/>
              </a:ext>
            </a:extLst>
          </p:cNvPr>
          <p:cNvSpPr txBox="1"/>
          <p:nvPr/>
        </p:nvSpPr>
        <p:spPr>
          <a:xfrm>
            <a:off x="10699679" y="2293623"/>
            <a:ext cx="694068" cy="64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40BD9D03-1E71-47A5-CEBC-95FC0D3E7409}"/>
              </a:ext>
            </a:extLst>
          </p:cNvPr>
          <p:cNvSpPr txBox="1"/>
          <p:nvPr/>
        </p:nvSpPr>
        <p:spPr>
          <a:xfrm>
            <a:off x="9382347" y="3296964"/>
            <a:ext cx="335151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Akuntabilitas</a:t>
            </a:r>
            <a:endParaRPr lang="en-US" sz="3142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320120D2-80E8-872E-92D6-897FEC7B4903}"/>
              </a:ext>
            </a:extLst>
          </p:cNvPr>
          <p:cNvSpPr txBox="1"/>
          <p:nvPr/>
        </p:nvSpPr>
        <p:spPr>
          <a:xfrm>
            <a:off x="9390759" y="3996508"/>
            <a:ext cx="3343097" cy="4017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Penanggung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jawab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tiket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jelas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 trail dan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jejak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digital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lengkap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Pengukuran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beban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kerja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</a:t>
            </a:r>
          </a:p>
          <a:p>
            <a:pPr marL="271392" lvl="1" algn="l">
              <a:lnSpc>
                <a:spcPts val="3519"/>
              </a:lnSpc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" name="Group 7">
            <a:extLst>
              <a:ext uri="{FF2B5EF4-FFF2-40B4-BE49-F238E27FC236}">
                <a16:creationId xmlns:a16="http://schemas.microsoft.com/office/drawing/2014/main" id="{76389B2D-016B-A5D7-E2D3-0C25CB092718}"/>
              </a:ext>
            </a:extLst>
          </p:cNvPr>
          <p:cNvGrpSpPr/>
          <p:nvPr/>
        </p:nvGrpSpPr>
        <p:grpSpPr>
          <a:xfrm>
            <a:off x="13186326" y="2673942"/>
            <a:ext cx="3968087" cy="6026536"/>
            <a:chOff x="0" y="0"/>
            <a:chExt cx="812800" cy="1234441"/>
          </a:xfrm>
        </p:grpSpPr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8B74F833-B551-40C9-1542-7F48CD3F5504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TextBox 9">
              <a:extLst>
                <a:ext uri="{FF2B5EF4-FFF2-40B4-BE49-F238E27FC236}">
                  <a16:creationId xmlns:a16="http://schemas.microsoft.com/office/drawing/2014/main" id="{0EA40EAE-C8AD-5603-C306-33AB11395D5F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47" name="Group 10">
            <a:extLst>
              <a:ext uri="{FF2B5EF4-FFF2-40B4-BE49-F238E27FC236}">
                <a16:creationId xmlns:a16="http://schemas.microsoft.com/office/drawing/2014/main" id="{1B3EA674-1174-09E5-448E-A5D1A6D69693}"/>
              </a:ext>
            </a:extLst>
          </p:cNvPr>
          <p:cNvGrpSpPr/>
          <p:nvPr/>
        </p:nvGrpSpPr>
        <p:grpSpPr>
          <a:xfrm>
            <a:off x="14674385" y="2177958"/>
            <a:ext cx="991968" cy="991968"/>
            <a:chOff x="0" y="0"/>
            <a:chExt cx="812800" cy="812800"/>
          </a:xfrm>
        </p:grpSpPr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2908AA4D-0CDB-F5A2-412C-4B89B59425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DB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9" name="TextBox 12">
              <a:extLst>
                <a:ext uri="{FF2B5EF4-FFF2-40B4-BE49-F238E27FC236}">
                  <a16:creationId xmlns:a16="http://schemas.microsoft.com/office/drawing/2014/main" id="{58A4A673-7247-5625-912C-497721CD740B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0" name="TextBox 13">
            <a:extLst>
              <a:ext uri="{FF2B5EF4-FFF2-40B4-BE49-F238E27FC236}">
                <a16:creationId xmlns:a16="http://schemas.microsoft.com/office/drawing/2014/main" id="{871E32AC-63CF-469B-AE55-5A6025149F6A}"/>
              </a:ext>
            </a:extLst>
          </p:cNvPr>
          <p:cNvSpPr txBox="1"/>
          <p:nvPr/>
        </p:nvSpPr>
        <p:spPr>
          <a:xfrm>
            <a:off x="14823336" y="2281873"/>
            <a:ext cx="694068" cy="64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 b="1" dirty="0">
                <a:solidFill>
                  <a:srgbClr val="034056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190A9E83-F416-DC5C-4060-65B71D30F656}"/>
              </a:ext>
            </a:extLst>
          </p:cNvPr>
          <p:cNvSpPr txBox="1"/>
          <p:nvPr/>
        </p:nvSpPr>
        <p:spPr>
          <a:xfrm>
            <a:off x="13506004" y="3285214"/>
            <a:ext cx="335151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Improvement</a:t>
            </a:r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74FB8380-6CD9-C537-9EBA-3806B798954E}"/>
              </a:ext>
            </a:extLst>
          </p:cNvPr>
          <p:cNvSpPr txBox="1"/>
          <p:nvPr/>
        </p:nvSpPr>
        <p:spPr>
          <a:xfrm>
            <a:off x="13514416" y="3984758"/>
            <a:ext cx="3343097" cy="446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784" lvl="1" indent="-271392" algn="l">
              <a:lnSpc>
                <a:spcPts val="3519"/>
              </a:lnSpc>
              <a:buFont typeface="Arial"/>
              <a:buChar char="•"/>
            </a:pP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Gangguan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sering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terjadi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dianalisa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sehingga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Langkah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mitigasi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diimplementasi-kan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25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baik</a:t>
            </a: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1392" lvl="1" algn="l">
              <a:lnSpc>
                <a:spcPts val="3519"/>
              </a:lnSpc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1392" lvl="1" algn="l">
              <a:lnSpc>
                <a:spcPts val="3519"/>
              </a:lnSpc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89374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AFAF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ECF15-B433-0E78-7790-ADB8CBE5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3E18BBF-994D-40A2-AA26-6C3291DDC787}"/>
              </a:ext>
            </a:extLst>
          </p:cNvPr>
          <p:cNvSpPr/>
          <p:nvPr/>
        </p:nvSpPr>
        <p:spPr>
          <a:xfrm rot="-10800000">
            <a:off x="12449780" y="-794200"/>
            <a:ext cx="5838220" cy="4261901"/>
          </a:xfrm>
          <a:custGeom>
            <a:avLst/>
            <a:gdLst/>
            <a:ahLst/>
            <a:cxnLst/>
            <a:rect l="l" t="t" r="r" b="b"/>
            <a:pathLst>
              <a:path w="5838220" h="4261901">
                <a:moveTo>
                  <a:pt x="0" y="0"/>
                </a:moveTo>
                <a:lnTo>
                  <a:pt x="5838220" y="0"/>
                </a:lnTo>
                <a:lnTo>
                  <a:pt x="5838220" y="4261901"/>
                </a:lnTo>
                <a:lnTo>
                  <a:pt x="0" y="426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C64FDCD-A736-198E-1186-CEB2DE51793F}"/>
              </a:ext>
            </a:extLst>
          </p:cNvPr>
          <p:cNvSpPr/>
          <p:nvPr/>
        </p:nvSpPr>
        <p:spPr>
          <a:xfrm rot="-10800000">
            <a:off x="12560863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0" y="0"/>
                </a:moveTo>
                <a:lnTo>
                  <a:pt x="5727137" y="0"/>
                </a:lnTo>
                <a:lnTo>
                  <a:pt x="5727137" y="5404986"/>
                </a:lnTo>
                <a:lnTo>
                  <a:pt x="0" y="540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FA96813-6816-4821-3F20-85846850EB5A}"/>
              </a:ext>
            </a:extLst>
          </p:cNvPr>
          <p:cNvGrpSpPr/>
          <p:nvPr/>
        </p:nvGrpSpPr>
        <p:grpSpPr>
          <a:xfrm>
            <a:off x="1028700" y="9554227"/>
            <a:ext cx="17259300" cy="732773"/>
            <a:chOff x="0" y="0"/>
            <a:chExt cx="23012400" cy="977030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A324C35-7914-8AC4-2303-CD21BE518F6C}"/>
                </a:ext>
              </a:extLst>
            </p:cNvPr>
            <p:cNvGrpSpPr/>
            <p:nvPr/>
          </p:nvGrpSpPr>
          <p:grpSpPr>
            <a:xfrm>
              <a:off x="0" y="0"/>
              <a:ext cx="23012400" cy="977030"/>
              <a:chOff x="0" y="0"/>
              <a:chExt cx="4545659" cy="192994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FEE747D-86A7-703E-8843-9192EAAC19EF}"/>
                  </a:ext>
                </a:extLst>
              </p:cNvPr>
              <p:cNvSpPr/>
              <p:nvPr/>
            </p:nvSpPr>
            <p:spPr>
              <a:xfrm>
                <a:off x="0" y="0"/>
                <a:ext cx="4545659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545659" h="192994">
                    <a:moveTo>
                      <a:pt x="0" y="0"/>
                    </a:moveTo>
                    <a:lnTo>
                      <a:pt x="4545659" y="0"/>
                    </a:lnTo>
                    <a:lnTo>
                      <a:pt x="4545659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60044ED2-1C12-CD0D-FF9E-AC9B45C8F1A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545659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C4D2328-EC3F-1ED4-5DFE-B1A458A557D4}"/>
                </a:ext>
              </a:extLst>
            </p:cNvPr>
            <p:cNvSpPr/>
            <p:nvPr/>
          </p:nvSpPr>
          <p:spPr>
            <a:xfrm>
              <a:off x="342062" y="1023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5" y="0"/>
                  </a:lnTo>
                  <a:lnTo>
                    <a:pt x="15068345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BD4D65D7-98DE-CB29-77D1-F74A3E00D5A5}"/>
              </a:ext>
            </a:extLst>
          </p:cNvPr>
          <p:cNvSpPr txBox="1"/>
          <p:nvPr/>
        </p:nvSpPr>
        <p:spPr>
          <a:xfrm>
            <a:off x="1028700" y="1143320"/>
            <a:ext cx="12256477" cy="940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6000" dirty="0">
                <a:solidFill>
                  <a:srgbClr val="0078A4"/>
                </a:solidFill>
                <a:latin typeface="Bernoru"/>
                <a:ea typeface="Bernoru"/>
                <a:cs typeface="Bernoru"/>
                <a:sym typeface="Bernoru"/>
              </a:rPr>
              <a:t>KOMITMEN PENGGUNAAN</a:t>
            </a:r>
            <a:endParaRPr lang="en-US" sz="3200" dirty="0">
              <a:solidFill>
                <a:srgbClr val="0078A4"/>
              </a:solidFill>
              <a:latin typeface="Bernoru"/>
              <a:ea typeface="Bernoru"/>
              <a:cs typeface="Bernoru"/>
              <a:sym typeface="Bernoru"/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ACB166A1-A962-D65E-2551-DAF1B75A3310}"/>
              </a:ext>
            </a:extLst>
          </p:cNvPr>
          <p:cNvGrpSpPr/>
          <p:nvPr/>
        </p:nvGrpSpPr>
        <p:grpSpPr>
          <a:xfrm>
            <a:off x="767175" y="2781300"/>
            <a:ext cx="15463425" cy="4953000"/>
            <a:chOff x="0" y="0"/>
            <a:chExt cx="812800" cy="1234441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79D3FB5C-8DE1-C228-F83A-3BCFE26B3809}"/>
                </a:ext>
              </a:extLst>
            </p:cNvPr>
            <p:cNvSpPr/>
            <p:nvPr/>
          </p:nvSpPr>
          <p:spPr>
            <a:xfrm>
              <a:off x="0" y="0"/>
              <a:ext cx="812800" cy="1234441"/>
            </a:xfrm>
            <a:custGeom>
              <a:avLst/>
              <a:gdLst/>
              <a:ahLst/>
              <a:cxnLst/>
              <a:rect l="l" t="t" r="r" b="b"/>
              <a:pathLst>
                <a:path w="812800" h="1234441">
                  <a:moveTo>
                    <a:pt x="72189" y="0"/>
                  </a:moveTo>
                  <a:lnTo>
                    <a:pt x="740611" y="0"/>
                  </a:lnTo>
                  <a:cubicBezTo>
                    <a:pt x="759757" y="0"/>
                    <a:pt x="778118" y="7606"/>
                    <a:pt x="791656" y="21144"/>
                  </a:cubicBezTo>
                  <a:cubicBezTo>
                    <a:pt x="805194" y="34682"/>
                    <a:pt x="812800" y="53043"/>
                    <a:pt x="812800" y="72189"/>
                  </a:cubicBezTo>
                  <a:lnTo>
                    <a:pt x="812800" y="1162252"/>
                  </a:lnTo>
                  <a:cubicBezTo>
                    <a:pt x="812800" y="1202121"/>
                    <a:pt x="780480" y="1234441"/>
                    <a:pt x="740611" y="1234441"/>
                  </a:cubicBezTo>
                  <a:lnTo>
                    <a:pt x="72189" y="1234441"/>
                  </a:lnTo>
                  <a:cubicBezTo>
                    <a:pt x="53043" y="1234441"/>
                    <a:pt x="34682" y="1226835"/>
                    <a:pt x="21144" y="1213297"/>
                  </a:cubicBezTo>
                  <a:cubicBezTo>
                    <a:pt x="7606" y="1199759"/>
                    <a:pt x="0" y="1181398"/>
                    <a:pt x="0" y="1162252"/>
                  </a:cubicBezTo>
                  <a:lnTo>
                    <a:pt x="0" y="72189"/>
                  </a:lnTo>
                  <a:cubicBezTo>
                    <a:pt x="0" y="53043"/>
                    <a:pt x="7606" y="34682"/>
                    <a:pt x="21144" y="21144"/>
                  </a:cubicBezTo>
                  <a:cubicBezTo>
                    <a:pt x="34682" y="7606"/>
                    <a:pt x="53043" y="0"/>
                    <a:pt x="72189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5390D542-0BD8-53B3-7B36-ACDB2001CE7B}"/>
                </a:ext>
              </a:extLst>
            </p:cNvPr>
            <p:cNvSpPr txBox="1"/>
            <p:nvPr/>
          </p:nvSpPr>
          <p:spPr>
            <a:xfrm>
              <a:off x="0" y="-66675"/>
              <a:ext cx="812800" cy="1301116"/>
            </a:xfrm>
            <a:prstGeom prst="rect">
              <a:avLst/>
            </a:prstGeom>
          </p:spPr>
          <p:txBody>
            <a:bodyPr lIns="63857" tIns="63857" rIns="63857" bIns="63857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5">
            <a:extLst>
              <a:ext uri="{FF2B5EF4-FFF2-40B4-BE49-F238E27FC236}">
                <a16:creationId xmlns:a16="http://schemas.microsoft.com/office/drawing/2014/main" id="{1C394A05-A19A-2864-73D2-39D7ECDF711C}"/>
              </a:ext>
            </a:extLst>
          </p:cNvPr>
          <p:cNvSpPr txBox="1"/>
          <p:nvPr/>
        </p:nvSpPr>
        <p:spPr>
          <a:xfrm>
            <a:off x="1028700" y="3507144"/>
            <a:ext cx="14449535" cy="3568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aplikasi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b="1" dirty="0">
                <a:latin typeface="Poppins" panose="00000500000000000000" pitchFamily="2" charset="0"/>
                <a:cs typeface="Poppins" panose="00000500000000000000" pitchFamily="2" charset="0"/>
              </a:rPr>
              <a:t>SAMBATAN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satu-satunya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media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resmi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pelaporan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gangguan</a:t>
            </a:r>
            <a:endParaRPr lang="en-ID" sz="2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Tidak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menyampaikan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laporan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gangguan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melalui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media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pesan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pribadi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Whatsapp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, Telegram,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Telepon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Tidak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melakukan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pelaporan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melalui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jalur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informal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tanpa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pencatatan</a:t>
            </a:r>
            <a:endParaRPr lang="en-ID" sz="2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Menjaga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etika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komunikasi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interaksi</a:t>
            </a:r>
            <a:endParaRPr lang="en-ID" sz="2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Mengisi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tiket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jelas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akurat</a:t>
            </a:r>
            <a:endParaRPr lang="en-ID" sz="2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42784" lvl="1" indent="-271392">
              <a:lnSpc>
                <a:spcPts val="3519"/>
              </a:lnSpc>
              <a:buFont typeface="Arial"/>
              <a:buChar char="•"/>
            </a:pP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Menjaga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kerahasiaan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akun</a:t>
            </a:r>
            <a:r>
              <a:rPr lang="en-ID" sz="2500" dirty="0">
                <a:latin typeface="Poppins" panose="00000500000000000000" pitchFamily="2" charset="0"/>
                <a:cs typeface="Poppins" panose="00000500000000000000" pitchFamily="2" charset="0"/>
              </a:rPr>
              <a:t> dan data </a:t>
            </a:r>
            <a:r>
              <a:rPr lang="en-ID" sz="2500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endParaRPr lang="en-US" sz="25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37853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67AAD44-FF82-03C5-154C-C41AE56240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143" y="5161957"/>
            <a:ext cx="3959832" cy="395983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2602737" y="-1366120"/>
            <a:ext cx="13019239" cy="130192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DD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2560863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0" y="0"/>
                </a:moveTo>
                <a:lnTo>
                  <a:pt x="5727137" y="0"/>
                </a:lnTo>
                <a:lnTo>
                  <a:pt x="5727137" y="5404986"/>
                </a:lnTo>
                <a:lnTo>
                  <a:pt x="0" y="5404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 rot="-10800000" flipH="1">
            <a:off x="0" y="4882014"/>
            <a:ext cx="5727137" cy="5404986"/>
          </a:xfrm>
          <a:custGeom>
            <a:avLst/>
            <a:gdLst/>
            <a:ahLst/>
            <a:cxnLst/>
            <a:rect l="l" t="t" r="r" b="b"/>
            <a:pathLst>
              <a:path w="5727137" h="5404986">
                <a:moveTo>
                  <a:pt x="5727137" y="0"/>
                </a:moveTo>
                <a:lnTo>
                  <a:pt x="0" y="0"/>
                </a:lnTo>
                <a:lnTo>
                  <a:pt x="0" y="5404986"/>
                </a:lnTo>
                <a:lnTo>
                  <a:pt x="5727137" y="5404986"/>
                </a:lnTo>
                <a:lnTo>
                  <a:pt x="57271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/>
          <p:cNvGrpSpPr/>
          <p:nvPr/>
        </p:nvGrpSpPr>
        <p:grpSpPr>
          <a:xfrm>
            <a:off x="1367540" y="2834734"/>
            <a:ext cx="2308766" cy="230876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05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016888" y="3169626"/>
            <a:ext cx="1010070" cy="1516053"/>
          </a:xfrm>
          <a:custGeom>
            <a:avLst/>
            <a:gdLst/>
            <a:ahLst/>
            <a:cxnLst/>
            <a:rect l="l" t="t" r="r" b="b"/>
            <a:pathLst>
              <a:path w="1010070" h="1516053">
                <a:moveTo>
                  <a:pt x="0" y="0"/>
                </a:moveTo>
                <a:lnTo>
                  <a:pt x="1010071" y="0"/>
                </a:lnTo>
                <a:lnTo>
                  <a:pt x="1010071" y="1516053"/>
                </a:lnTo>
                <a:lnTo>
                  <a:pt x="0" y="1516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4465790" y="3403277"/>
            <a:ext cx="9144454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3"/>
              </a:lnSpc>
            </a:pPr>
            <a:r>
              <a:rPr lang="en-US" sz="9085" b="1" dirty="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TERIMAKASIH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554227"/>
            <a:ext cx="18288000" cy="732773"/>
            <a:chOff x="0" y="0"/>
            <a:chExt cx="24384000" cy="97703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4384000" cy="977030"/>
              <a:chOff x="0" y="0"/>
              <a:chExt cx="4816593" cy="1929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816592" cy="19299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9299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92994"/>
                    </a:lnTo>
                    <a:lnTo>
                      <a:pt x="0" y="19299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4816593" cy="2310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4657827" y="127789"/>
              <a:ext cx="15068345" cy="772253"/>
            </a:xfrm>
            <a:custGeom>
              <a:avLst/>
              <a:gdLst/>
              <a:ahLst/>
              <a:cxnLst/>
              <a:rect l="l" t="t" r="r" b="b"/>
              <a:pathLst>
                <a:path w="15068345" h="772253">
                  <a:moveTo>
                    <a:pt x="0" y="0"/>
                  </a:moveTo>
                  <a:lnTo>
                    <a:pt x="15068346" y="0"/>
                  </a:lnTo>
                  <a:lnTo>
                    <a:pt x="15068346" y="772252"/>
                  </a:lnTo>
                  <a:lnTo>
                    <a:pt x="0" y="772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nggal xmlns="b511f798-4a70-4690-a13b-4f9801075511" xsi:nil="true"/>
    <TaxCatchAll xmlns="595ef366-2836-4d90-80b8-289177a903b9" xsi:nil="true"/>
    <lcf76f155ced4ddcb4097134ff3c332f xmlns="b511f798-4a70-4690-a13b-4f980107551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9D38B3704A54478B74FE9FE1FB6A6E" ma:contentTypeVersion="12" ma:contentTypeDescription="Create a new document." ma:contentTypeScope="" ma:versionID="e972e0fa1003d3fe86aa9f3ece193e11">
  <xsd:schema xmlns:xsd="http://www.w3.org/2001/XMLSchema" xmlns:xs="http://www.w3.org/2001/XMLSchema" xmlns:p="http://schemas.microsoft.com/office/2006/metadata/properties" xmlns:ns2="b511f798-4a70-4690-a13b-4f9801075511" xmlns:ns3="595ef366-2836-4d90-80b8-289177a903b9" targetNamespace="http://schemas.microsoft.com/office/2006/metadata/properties" ma:root="true" ma:fieldsID="4e06cff64572ce7cbf2c7c1fdbe9cb9a" ns2:_="" ns3:_="">
    <xsd:import namespace="b511f798-4a70-4690-a13b-4f9801075511"/>
    <xsd:import namespace="595ef366-2836-4d90-80b8-289177a90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angga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1f798-4a70-4690-a13b-4f98010755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033166b-39e3-41db-a099-a615044ce0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Tanggal" ma:index="19" nillable="true" ma:displayName="Tanggal" ma:format="DateOnly" ma:internalName="Tanggal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ef366-2836-4d90-80b8-289177a903b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95e6b31-7118-426b-866e-ea8cad3e074c}" ma:internalName="TaxCatchAll" ma:showField="CatchAllData" ma:web="595ef366-2836-4d90-80b8-289177a90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4952C5-E8F8-40A7-8994-28794192DB4F}">
  <ds:schemaRefs>
    <ds:schemaRef ds:uri="595ef366-2836-4d90-80b8-289177a903b9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b511f798-4a70-4690-a13b-4f9801075511"/>
  </ds:schemaRefs>
</ds:datastoreItem>
</file>

<file path=customXml/itemProps2.xml><?xml version="1.0" encoding="utf-8"?>
<ds:datastoreItem xmlns:ds="http://schemas.openxmlformats.org/officeDocument/2006/customXml" ds:itemID="{621F66B8-99F5-4617-9067-53F2EAA4F0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2277DC-B5BD-4AC3-8D34-9138F5B986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11f798-4a70-4690-a13b-4f9801075511"/>
    <ds:schemaRef ds:uri="595ef366-2836-4d90-80b8-289177a90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449</Words>
  <Application>Microsoft Office PowerPoint</Application>
  <PresentationFormat>Custom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Poppins</vt:lpstr>
      <vt:lpstr>Bernoru</vt:lpstr>
      <vt:lpstr>Arial</vt:lpstr>
      <vt:lpstr>Aptos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MERCHANT QRIS</dc:title>
  <dc:creator>HP</dc:creator>
  <cp:lastModifiedBy>Erik Pratama Yudha</cp:lastModifiedBy>
  <cp:revision>16</cp:revision>
  <dcterms:created xsi:type="dcterms:W3CDTF">2006-08-16T00:00:00Z</dcterms:created>
  <dcterms:modified xsi:type="dcterms:W3CDTF">2026-02-25T03:56:19Z</dcterms:modified>
  <dc:identifier>DAGl_HW76tE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0x0101008D9D38B3704A54478B74FE9FE1FB6A6E</vt:lpwstr>
  </property>
  <property fmtid="{D5CDD505-2E9C-101B-9397-08002B2CF9AE}" pid="3" name="MediaServiceImageTags">
    <vt:lpwstr/>
  </property>
</Properties>
</file>